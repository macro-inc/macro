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Rotation (text rotates with the shape)</a:t>
            </a:r>
          </a:p>
        </p:txBody>
      </p:sp>
      <p:sp>
        <p:nvSpPr>
          <p:cNvPr id="3" name="rot 0"/>
          <p:cNvSpPr/>
          <p:nvPr/>
        </p:nvSpPr>
        <p:spPr>
          <a:xfrm>
            <a:off x="457200" y="164592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rot=0</a:t>
            </a:r>
            <a:endParaRPr lang="en-US" dirty="0"/>
          </a:p>
        </p:txBody>
      </p:sp>
      <p:sp>
        <p:nvSpPr>
          <p:cNvPr id="4" name="rot 30"/>
          <p:cNvSpPr/>
          <p:nvPr/>
        </p:nvSpPr>
        <p:spPr>
          <a:xfrm rot="1800000">
            <a:off x="2606040" y="164592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rot=30</a:t>
            </a:r>
            <a:endParaRPr lang="en-US" dirty="0"/>
          </a:p>
        </p:txBody>
      </p:sp>
      <p:sp>
        <p:nvSpPr>
          <p:cNvPr id="5" name="rot 45"/>
          <p:cNvSpPr/>
          <p:nvPr/>
        </p:nvSpPr>
        <p:spPr>
          <a:xfrm rot="2700000">
            <a:off x="4754880" y="164592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rot=45</a:t>
            </a:r>
            <a:endParaRPr lang="en-US" dirty="0"/>
          </a:p>
        </p:txBody>
      </p:sp>
      <p:sp>
        <p:nvSpPr>
          <p:cNvPr id="6" name="rot 90"/>
          <p:cNvSpPr/>
          <p:nvPr/>
        </p:nvSpPr>
        <p:spPr>
          <a:xfrm rot="5400000">
            <a:off x="6903720" y="164592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rot=90</a:t>
            </a:r>
            <a:endParaRPr lang="en-US" dirty="0"/>
          </a:p>
        </p:txBody>
      </p:sp>
      <p:sp>
        <p:nvSpPr>
          <p:cNvPr id="7" name="rot 135"/>
          <p:cNvSpPr/>
          <p:nvPr/>
        </p:nvSpPr>
        <p:spPr>
          <a:xfrm rot="8100000">
            <a:off x="457200" y="402336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rot=135</a:t>
            </a:r>
            <a:endParaRPr lang="en-US" dirty="0"/>
          </a:p>
        </p:txBody>
      </p:sp>
      <p:sp>
        <p:nvSpPr>
          <p:cNvPr id="8" name="rot 180"/>
          <p:cNvSpPr/>
          <p:nvPr/>
        </p:nvSpPr>
        <p:spPr>
          <a:xfrm rot="10800000">
            <a:off x="2606040" y="402336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rot=180</a:t>
            </a:r>
            <a:endParaRPr lang="en-US" dirty="0"/>
          </a:p>
        </p:txBody>
      </p:sp>
      <p:sp>
        <p:nvSpPr>
          <p:cNvPr id="9" name="rot 270"/>
          <p:cNvSpPr/>
          <p:nvPr/>
        </p:nvSpPr>
        <p:spPr>
          <a:xfrm rot="16200000">
            <a:off x="4754880" y="402336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rot=270</a:t>
            </a:r>
            <a:endParaRPr lang="en-US" dirty="0"/>
          </a:p>
        </p:txBody>
      </p:sp>
      <p:sp>
        <p:nvSpPr>
          <p:cNvPr id="10" name="rot 315"/>
          <p:cNvSpPr/>
          <p:nvPr/>
        </p:nvSpPr>
        <p:spPr>
          <a:xfrm rot="18900000">
            <a:off x="6903720" y="4023360"/>
            <a:ext cx="1737360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rot=315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Flips on asymmetric shapes</a:t>
            </a:r>
          </a:p>
        </p:txBody>
      </p:sp>
      <p:sp>
        <p:nvSpPr>
          <p:cNvPr id="3" name="rtTriangle none"/>
          <p:cNvSpPr/>
          <p:nvPr/>
        </p:nvSpPr>
        <p:spPr>
          <a:xfrm>
            <a:off x="640080" y="1280160"/>
            <a:ext cx="1463040" cy="1005840"/>
          </a:xfrm>
          <a:prstGeom prst="rtTriangl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none</a:t>
            </a:r>
            <a:endParaRPr lang="en-US" dirty="0"/>
          </a:p>
        </p:txBody>
      </p:sp>
      <p:sp>
        <p:nvSpPr>
          <p:cNvPr id="4" name="rtTriangle flipH "/>
          <p:cNvSpPr/>
          <p:nvPr/>
        </p:nvSpPr>
        <p:spPr>
          <a:xfrm flipH="1">
            <a:off x="2743200" y="1280160"/>
            <a:ext cx="1463040" cy="1005840"/>
          </a:xfrm>
          <a:prstGeom prst="rtTriangl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</a:t>
            </a:r>
            <a:endParaRPr lang="en-US" dirty="0"/>
          </a:p>
        </p:txBody>
      </p:sp>
      <p:sp>
        <p:nvSpPr>
          <p:cNvPr id="5" name="rtTriangle flipV"/>
          <p:cNvSpPr/>
          <p:nvPr/>
        </p:nvSpPr>
        <p:spPr>
          <a:xfrm flipV="1">
            <a:off x="4846320" y="1280160"/>
            <a:ext cx="1463040" cy="1005840"/>
          </a:xfrm>
          <a:prstGeom prst="rtTriangl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flipV</a:t>
            </a:r>
            <a:endParaRPr lang="en-US" dirty="0"/>
          </a:p>
        </p:txBody>
      </p:sp>
      <p:sp>
        <p:nvSpPr>
          <p:cNvPr id="6" name="rtTriangle flipH flipV"/>
          <p:cNvSpPr/>
          <p:nvPr/>
        </p:nvSpPr>
        <p:spPr>
          <a:xfrm flipH="1" flipV="1">
            <a:off x="6949440" y="1280160"/>
            <a:ext cx="1463040" cy="1005840"/>
          </a:xfrm>
          <a:prstGeom prst="rtTriangl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flipV</a:t>
            </a:r>
            <a:endParaRPr lang="en-US" dirty="0"/>
          </a:p>
        </p:txBody>
      </p:sp>
      <p:sp>
        <p:nvSpPr>
          <p:cNvPr id="7" name="homePlate none"/>
          <p:cNvSpPr/>
          <p:nvPr/>
        </p:nvSpPr>
        <p:spPr>
          <a:xfrm>
            <a:off x="640080" y="2651760"/>
            <a:ext cx="1463040" cy="1005840"/>
          </a:xfrm>
          <a:prstGeom prst="homePlate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none</a:t>
            </a:r>
            <a:endParaRPr lang="en-US" dirty="0"/>
          </a:p>
        </p:txBody>
      </p:sp>
      <p:sp>
        <p:nvSpPr>
          <p:cNvPr id="8" name="homePlate flipH "/>
          <p:cNvSpPr/>
          <p:nvPr/>
        </p:nvSpPr>
        <p:spPr>
          <a:xfrm flipH="1">
            <a:off x="2743200" y="2651760"/>
            <a:ext cx="1463040" cy="1005840"/>
          </a:xfrm>
          <a:prstGeom prst="homePlate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</a:t>
            </a:r>
            <a:endParaRPr lang="en-US" dirty="0"/>
          </a:p>
        </p:txBody>
      </p:sp>
      <p:sp>
        <p:nvSpPr>
          <p:cNvPr id="9" name="homePlate flipV"/>
          <p:cNvSpPr/>
          <p:nvPr/>
        </p:nvSpPr>
        <p:spPr>
          <a:xfrm flipV="1">
            <a:off x="4846320" y="2651760"/>
            <a:ext cx="1463040" cy="1005840"/>
          </a:xfrm>
          <a:prstGeom prst="homePlate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flipV</a:t>
            </a:r>
            <a:endParaRPr lang="en-US" dirty="0"/>
          </a:p>
        </p:txBody>
      </p:sp>
      <p:sp>
        <p:nvSpPr>
          <p:cNvPr id="10" name="homePlate flipH flipV"/>
          <p:cNvSpPr/>
          <p:nvPr/>
        </p:nvSpPr>
        <p:spPr>
          <a:xfrm flipH="1" flipV="1">
            <a:off x="6949440" y="2651760"/>
            <a:ext cx="1463040" cy="1005840"/>
          </a:xfrm>
          <a:prstGeom prst="homePlate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flipV</a:t>
            </a:r>
            <a:endParaRPr lang="en-US" dirty="0"/>
          </a:p>
        </p:txBody>
      </p:sp>
      <p:sp>
        <p:nvSpPr>
          <p:cNvPr id="11" name="wedgeRectCallout none"/>
          <p:cNvSpPr/>
          <p:nvPr/>
        </p:nvSpPr>
        <p:spPr>
          <a:xfrm>
            <a:off x="640080" y="4023360"/>
            <a:ext cx="1463040" cy="1005840"/>
          </a:xfrm>
          <a:prstGeom prst="wedgeRect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none</a:t>
            </a:r>
            <a:endParaRPr lang="en-US" dirty="0"/>
          </a:p>
        </p:txBody>
      </p:sp>
      <p:sp>
        <p:nvSpPr>
          <p:cNvPr id="12" name="wedgeRectCallout flipH "/>
          <p:cNvSpPr/>
          <p:nvPr/>
        </p:nvSpPr>
        <p:spPr>
          <a:xfrm flipH="1">
            <a:off x="2743200" y="4023360"/>
            <a:ext cx="1463040" cy="1005840"/>
          </a:xfrm>
          <a:prstGeom prst="wedgeRect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</a:t>
            </a:r>
            <a:endParaRPr lang="en-US" dirty="0"/>
          </a:p>
        </p:txBody>
      </p:sp>
      <p:sp>
        <p:nvSpPr>
          <p:cNvPr id="13" name="wedgeRectCallout flipV"/>
          <p:cNvSpPr/>
          <p:nvPr/>
        </p:nvSpPr>
        <p:spPr>
          <a:xfrm flipV="1">
            <a:off x="4846320" y="4023360"/>
            <a:ext cx="1463040" cy="1005840"/>
          </a:xfrm>
          <a:prstGeom prst="wedgeRect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flipV</a:t>
            </a:r>
            <a:endParaRPr lang="en-US" dirty="0"/>
          </a:p>
        </p:txBody>
      </p:sp>
      <p:sp>
        <p:nvSpPr>
          <p:cNvPr id="14" name="wedgeRectCallout flipH flipV"/>
          <p:cNvSpPr/>
          <p:nvPr/>
        </p:nvSpPr>
        <p:spPr>
          <a:xfrm flipH="1" flipV="1">
            <a:off x="6949440" y="4023360"/>
            <a:ext cx="1463040" cy="1005840"/>
          </a:xfrm>
          <a:prstGeom prst="wedgeRect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flipV</a:t>
            </a:r>
            <a:endParaRPr lang="en-US" dirty="0"/>
          </a:p>
        </p:txBody>
      </p:sp>
      <p:sp>
        <p:nvSpPr>
          <p:cNvPr id="15" name="curvedRightArrow none"/>
          <p:cNvSpPr/>
          <p:nvPr/>
        </p:nvSpPr>
        <p:spPr>
          <a:xfrm>
            <a:off x="640080" y="5394960"/>
            <a:ext cx="1463040" cy="1005840"/>
          </a:xfrm>
          <a:prstGeom prst="curvedRight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none</a:t>
            </a:r>
            <a:endParaRPr lang="en-US" dirty="0"/>
          </a:p>
        </p:txBody>
      </p:sp>
      <p:sp>
        <p:nvSpPr>
          <p:cNvPr id="16" name="curvedRightArrow flipH "/>
          <p:cNvSpPr/>
          <p:nvPr/>
        </p:nvSpPr>
        <p:spPr>
          <a:xfrm flipH="1">
            <a:off x="2743200" y="5394960"/>
            <a:ext cx="1463040" cy="1005840"/>
          </a:xfrm>
          <a:prstGeom prst="curvedRight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</a:t>
            </a:r>
            <a:endParaRPr lang="en-US" dirty="0"/>
          </a:p>
        </p:txBody>
      </p:sp>
      <p:sp>
        <p:nvSpPr>
          <p:cNvPr id="17" name="curvedRightArrow flipV"/>
          <p:cNvSpPr/>
          <p:nvPr/>
        </p:nvSpPr>
        <p:spPr>
          <a:xfrm flipV="1">
            <a:off x="4846320" y="5394960"/>
            <a:ext cx="1463040" cy="1005840"/>
          </a:xfrm>
          <a:prstGeom prst="curvedRight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flipV</a:t>
            </a:r>
            <a:endParaRPr lang="en-US" dirty="0"/>
          </a:p>
        </p:txBody>
      </p:sp>
      <p:sp>
        <p:nvSpPr>
          <p:cNvPr id="18" name="curvedRightArrow flipH flipV"/>
          <p:cNvSpPr/>
          <p:nvPr/>
        </p:nvSpPr>
        <p:spPr>
          <a:xfrm flipH="1" flipV="1">
            <a:off x="6949440" y="5394960"/>
            <a:ext cx="1463040" cy="1005840"/>
          </a:xfrm>
          <a:prstGeom prst="curvedRight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flipH flipV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Rotation combined with flips; lines encoded with flips</a:t>
            </a:r>
          </a:p>
        </p:txBody>
      </p:sp>
      <p:sp>
        <p:nvSpPr>
          <p:cNvPr id="3" name="combo 0"/>
          <p:cNvSpPr/>
          <p:nvPr/>
        </p:nvSpPr>
        <p:spPr>
          <a:xfrm rot="1800000">
            <a:off x="457200" y="1554480"/>
            <a:ext cx="1645920" cy="1005840"/>
          </a:xfrm>
          <a:prstGeom prst="flowChartManualInpu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rot 30 </a:t>
            </a:r>
            <a:endParaRPr lang="en-US" dirty="0"/>
          </a:p>
        </p:txBody>
      </p:sp>
      <p:sp>
        <p:nvSpPr>
          <p:cNvPr id="4" name="combo 1"/>
          <p:cNvSpPr/>
          <p:nvPr/>
        </p:nvSpPr>
        <p:spPr>
          <a:xfrm rot="1800000" flipH="1">
            <a:off x="2606040" y="1554480"/>
            <a:ext cx="1645920" cy="1005840"/>
          </a:xfrm>
          <a:prstGeom prst="flowChartManualInpu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rot 30 H</a:t>
            </a:r>
            <a:endParaRPr lang="en-US" dirty="0"/>
          </a:p>
        </p:txBody>
      </p:sp>
      <p:sp>
        <p:nvSpPr>
          <p:cNvPr id="5" name="combo 2"/>
          <p:cNvSpPr/>
          <p:nvPr/>
        </p:nvSpPr>
        <p:spPr>
          <a:xfrm rot="1800000" flipV="1">
            <a:off x="4754880" y="1554480"/>
            <a:ext cx="1645920" cy="1005840"/>
          </a:xfrm>
          <a:prstGeom prst="flowChartManualInpu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rot 30 V</a:t>
            </a:r>
            <a:endParaRPr lang="en-US" dirty="0"/>
          </a:p>
        </p:txBody>
      </p:sp>
      <p:sp>
        <p:nvSpPr>
          <p:cNvPr id="6" name="combo 3"/>
          <p:cNvSpPr/>
          <p:nvPr/>
        </p:nvSpPr>
        <p:spPr>
          <a:xfrm rot="1800000" flipH="1" flipV="1">
            <a:off x="6903720" y="1554480"/>
            <a:ext cx="1645920" cy="1005840"/>
          </a:xfrm>
          <a:prstGeom prst="flowChartManualInpu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200" dirty="0"/>
              <a:t>rot 30 HV</a:t>
            </a:r>
            <a:endParaRPr lang="en-US" dirty="0"/>
          </a:p>
        </p:txBody>
      </p:sp>
      <p:sp>
        <p:nvSpPr>
          <p:cNvPr id="7" name="line 0"/>
          <p:cNvSpPr/>
          <p:nvPr/>
        </p:nvSpPr>
        <p:spPr>
          <a:xfrm>
            <a:off x="640080" y="3657600"/>
            <a:ext cx="1463040" cy="1280160"/>
          </a:xfrm>
          <a:prstGeom prst="line">
            <a:avLst/>
          </a:prstGeom>
          <a:ln w="38100">
            <a:solidFill>
              <a:srgbClr val="2F5597"/>
            </a:solidFill>
            <a:headEnd type="oval" w="med" len="med"/>
            <a:tailEnd type="triangle" w="lg" len="lg"/>
          </a:ln>
        </p:spPr>
      </p:sp>
      <p:sp>
        <p:nvSpPr>
          <p:cNvPr id="8" name="TextBox 8"/>
          <p:cNvSpPr txBox="1"/>
          <p:nvPr/>
        </p:nvSpPr>
        <p:spPr>
          <a:xfrm>
            <a:off x="457200" y="5120640"/>
            <a:ext cx="18288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line flipH=0 flipV=0</a:t>
            </a:r>
            <a:endParaRPr lang="en-US" dirty="0"/>
          </a:p>
        </p:txBody>
      </p:sp>
      <p:sp>
        <p:nvSpPr>
          <p:cNvPr id="9" name="line 1"/>
          <p:cNvSpPr/>
          <p:nvPr/>
        </p:nvSpPr>
        <p:spPr>
          <a:xfrm flipH="1">
            <a:off x="2788920" y="3657600"/>
            <a:ext cx="1463040" cy="1280160"/>
          </a:xfrm>
          <a:prstGeom prst="line">
            <a:avLst/>
          </a:prstGeom>
          <a:ln w="38100">
            <a:solidFill>
              <a:srgbClr val="2F5597"/>
            </a:solidFill>
            <a:headEnd type="oval" w="med" len="med"/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2606040" y="5120640"/>
            <a:ext cx="18288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line flipH=1 flipV=0</a:t>
            </a:r>
            <a:endParaRPr lang="en-US" dirty="0"/>
          </a:p>
        </p:txBody>
      </p:sp>
      <p:sp>
        <p:nvSpPr>
          <p:cNvPr id="11" name="line 2"/>
          <p:cNvSpPr/>
          <p:nvPr/>
        </p:nvSpPr>
        <p:spPr>
          <a:xfrm flipV="1">
            <a:off x="4937760" y="3657600"/>
            <a:ext cx="1463040" cy="1280160"/>
          </a:xfrm>
          <a:prstGeom prst="line">
            <a:avLst/>
          </a:prstGeom>
          <a:ln w="38100">
            <a:solidFill>
              <a:srgbClr val="2F5597"/>
            </a:solidFill>
            <a:headEnd type="oval" w="med" len="med"/>
            <a:tailEnd type="triangle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4754880" y="5120640"/>
            <a:ext cx="18288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line flipH=0 flipV=1</a:t>
            </a:r>
            <a:endParaRPr lang="en-US" dirty="0"/>
          </a:p>
        </p:txBody>
      </p:sp>
      <p:sp>
        <p:nvSpPr>
          <p:cNvPr id="13" name="line 3"/>
          <p:cNvSpPr/>
          <p:nvPr/>
        </p:nvSpPr>
        <p:spPr>
          <a:xfrm flipH="1" flipV="1">
            <a:off x="7086600" y="3657600"/>
            <a:ext cx="1463040" cy="1280160"/>
          </a:xfrm>
          <a:prstGeom prst="line">
            <a:avLst/>
          </a:prstGeom>
          <a:ln w="38100">
            <a:solidFill>
              <a:srgbClr val="2F5597"/>
            </a:solidFill>
            <a:headEnd type="oval" w="med" len="med"/>
            <a:tailEnd type="triangle" w="lg" len="lg"/>
          </a:ln>
        </p:spPr>
      </p:sp>
      <p:sp>
        <p:nvSpPr>
          <p:cNvPr id="14" name="TextBox 14"/>
          <p:cNvSpPr txBox="1"/>
          <p:nvPr/>
        </p:nvSpPr>
        <p:spPr>
          <a:xfrm>
            <a:off x="6903720" y="5120640"/>
            <a:ext cx="18288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line flipH=1 flipV=1</a:t>
            </a:r>
            <a:endParaRPr lang="en-US" dirty="0"/>
          </a:p>
        </p:txBody>
      </p:sp>
      <p:sp>
        <p:nvSpPr>
          <p:cNvPr id="15" name="rotated line"/>
          <p:cNvSpPr/>
          <p:nvPr/>
        </p:nvSpPr>
        <p:spPr>
          <a:xfrm rot="1200000">
            <a:off x="3657600" y="5760720"/>
            <a:ext cx="1828800" cy="0"/>
          </a:xfrm>
          <a:prstGeom prst="line">
            <a:avLst/>
          </a:prstGeom>
          <a:ln w="50800">
            <a:solidFill>
              <a:srgbClr val="C00000"/>
            </a:solidFill>
            <a:tailEnd type="stealth" w="lg" len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Shapes: rotation, flips and text in transformed shapes</dc:title>
  <dc:subject>pptx_engine test corpus</dc:subject>
  <dc:creator>pptx_engine corpus generator</dc:creator>
  <cp:keywords>shapes, rotation, flip, text-in-shapes, lines</cp:keywords>
  <dc:description>Shapes with text at rotations 0-330 degrees, flipH/flipV/both on asymmetric presets (text is not mirrored; flipV turns text upside down), rotation+flip combinations, and line shapes whose direction is encoded with flips.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