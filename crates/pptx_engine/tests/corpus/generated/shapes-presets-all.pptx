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Preset geometries 1-24</a:t>
            </a:r>
          </a:p>
        </p:txBody>
      </p:sp>
      <p:sp>
        <p:nvSpPr>
          <p:cNvPr id="3" name="line"/>
          <p:cNvSpPr/>
          <p:nvPr/>
        </p:nvSpPr>
        <p:spPr>
          <a:xfrm>
            <a:off x="384048" y="1234440"/>
            <a:ext cx="1060704" cy="1003554"/>
          </a:xfrm>
          <a:prstGeom prst="line">
            <a:avLst/>
          </a:prstGeom>
          <a:noFill/>
          <a:ln w="38100">
            <a:solidFill>
              <a:srgbClr val="4472C4"/>
            </a:solidFill>
            <a:tailEnd type="triangle" w="med" len="med"/>
          </a:ln>
        </p:spPr>
      </p:sp>
      <p:sp>
        <p:nvSpPr>
          <p:cNvPr id="4" name="TextBox 4"/>
          <p:cNvSpPr txBox="1"/>
          <p:nvPr/>
        </p:nvSpPr>
        <p:spPr>
          <a:xfrm>
            <a:off x="2286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line</a:t>
            </a:r>
            <a:endParaRPr lang="en-US" dirty="0"/>
          </a:p>
        </p:txBody>
      </p:sp>
      <p:sp>
        <p:nvSpPr>
          <p:cNvPr id="5" name="lineInv"/>
          <p:cNvSpPr/>
          <p:nvPr/>
        </p:nvSpPr>
        <p:spPr>
          <a:xfrm>
            <a:off x="1847088" y="1234440"/>
            <a:ext cx="1060704" cy="1003554"/>
          </a:xfrm>
          <a:prstGeom prst="lineInv">
            <a:avLst/>
          </a:prstGeom>
          <a:noFill/>
          <a:ln w="38100">
            <a:solidFill>
              <a:srgbClr val="ED7D31"/>
            </a:solidFill>
            <a:tailEnd type="triangle" w="med" len="med"/>
          </a:ln>
        </p:spPr>
      </p:sp>
      <p:sp>
        <p:nvSpPr>
          <p:cNvPr id="6" name="TextBox 6"/>
          <p:cNvSpPr txBox="1"/>
          <p:nvPr/>
        </p:nvSpPr>
        <p:spPr>
          <a:xfrm>
            <a:off x="169164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lineInv</a:t>
            </a:r>
            <a:endParaRPr lang="en-US" dirty="0"/>
          </a:p>
        </p:txBody>
      </p:sp>
      <p:sp>
        <p:nvSpPr>
          <p:cNvPr id="7" name="triangle"/>
          <p:cNvSpPr/>
          <p:nvPr/>
        </p:nvSpPr>
        <p:spPr>
          <a:xfrm>
            <a:off x="3310128" y="1234440"/>
            <a:ext cx="1060704" cy="1003554"/>
          </a:xfrm>
          <a:prstGeom prst="triangle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15468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triangle</a:t>
            </a:r>
            <a:endParaRPr lang="en-US" dirty="0"/>
          </a:p>
        </p:txBody>
      </p:sp>
      <p:sp>
        <p:nvSpPr>
          <p:cNvPr id="9" name="rtTriangle"/>
          <p:cNvSpPr/>
          <p:nvPr/>
        </p:nvSpPr>
        <p:spPr>
          <a:xfrm>
            <a:off x="4773168" y="1234440"/>
            <a:ext cx="1060704" cy="1003554"/>
          </a:xfrm>
          <a:prstGeom prst="rtTriangle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61772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rtTriangle</a:t>
            </a:r>
            <a:endParaRPr lang="en-US" dirty="0"/>
          </a:p>
        </p:txBody>
      </p:sp>
      <p:sp>
        <p:nvSpPr>
          <p:cNvPr id="11" name="rect"/>
          <p:cNvSpPr/>
          <p:nvPr/>
        </p:nvSpPr>
        <p:spPr>
          <a:xfrm>
            <a:off x="6236208" y="1234440"/>
            <a:ext cx="1060704" cy="1003554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08076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rect</a:t>
            </a:r>
            <a:endParaRPr lang="en-US" dirty="0"/>
          </a:p>
        </p:txBody>
      </p:sp>
      <p:sp>
        <p:nvSpPr>
          <p:cNvPr id="13" name="diamond"/>
          <p:cNvSpPr/>
          <p:nvPr/>
        </p:nvSpPr>
        <p:spPr>
          <a:xfrm>
            <a:off x="7699248" y="1234440"/>
            <a:ext cx="1060704" cy="1003554"/>
          </a:xfrm>
          <a:prstGeom prst="diamond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5438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diamond</a:t>
            </a:r>
            <a:endParaRPr lang="en-US" dirty="0"/>
          </a:p>
        </p:txBody>
      </p:sp>
      <p:sp>
        <p:nvSpPr>
          <p:cNvPr id="15" name="parallelogram"/>
          <p:cNvSpPr/>
          <p:nvPr/>
        </p:nvSpPr>
        <p:spPr>
          <a:xfrm>
            <a:off x="384048" y="2622042"/>
            <a:ext cx="1060704" cy="1003554"/>
          </a:xfrm>
          <a:prstGeom prst="parallelogram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286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parallelogram</a:t>
            </a:r>
            <a:endParaRPr lang="en-US" dirty="0"/>
          </a:p>
        </p:txBody>
      </p:sp>
      <p:sp>
        <p:nvSpPr>
          <p:cNvPr id="17" name="trapezoid"/>
          <p:cNvSpPr/>
          <p:nvPr/>
        </p:nvSpPr>
        <p:spPr>
          <a:xfrm>
            <a:off x="1847088" y="2622042"/>
            <a:ext cx="1060704" cy="1003554"/>
          </a:xfrm>
          <a:prstGeom prst="trapezoid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169164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trapezoid</a:t>
            </a:r>
            <a:endParaRPr lang="en-US" dirty="0"/>
          </a:p>
        </p:txBody>
      </p:sp>
      <p:sp>
        <p:nvSpPr>
          <p:cNvPr id="19" name="nonIsoscelesTrapezoid"/>
          <p:cNvSpPr/>
          <p:nvPr/>
        </p:nvSpPr>
        <p:spPr>
          <a:xfrm>
            <a:off x="3310128" y="2622042"/>
            <a:ext cx="1060704" cy="1003554"/>
          </a:xfrm>
          <a:prstGeom prst="nonIsoscelesTrapezoid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315468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nonIsoscelesTrapezoid</a:t>
            </a:r>
            <a:endParaRPr lang="en-US" dirty="0"/>
          </a:p>
        </p:txBody>
      </p:sp>
      <p:sp>
        <p:nvSpPr>
          <p:cNvPr id="21" name="pentagon"/>
          <p:cNvSpPr/>
          <p:nvPr/>
        </p:nvSpPr>
        <p:spPr>
          <a:xfrm>
            <a:off x="4773168" y="2622042"/>
            <a:ext cx="1060704" cy="1003554"/>
          </a:xfrm>
          <a:prstGeom prst="pentagon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2" name="TextBox 22"/>
          <p:cNvSpPr txBox="1"/>
          <p:nvPr/>
        </p:nvSpPr>
        <p:spPr>
          <a:xfrm>
            <a:off x="461772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pentagon</a:t>
            </a:r>
            <a:endParaRPr lang="en-US" dirty="0"/>
          </a:p>
        </p:txBody>
      </p:sp>
      <p:sp>
        <p:nvSpPr>
          <p:cNvPr id="23" name="hexagon"/>
          <p:cNvSpPr/>
          <p:nvPr/>
        </p:nvSpPr>
        <p:spPr>
          <a:xfrm>
            <a:off x="6236208" y="2622042"/>
            <a:ext cx="1060704" cy="1003554"/>
          </a:xfrm>
          <a:prstGeom prst="hexagon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608076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hexagon</a:t>
            </a:r>
            <a:endParaRPr lang="en-US" dirty="0"/>
          </a:p>
        </p:txBody>
      </p:sp>
      <p:sp>
        <p:nvSpPr>
          <p:cNvPr id="25" name="heptagon"/>
          <p:cNvSpPr/>
          <p:nvPr/>
        </p:nvSpPr>
        <p:spPr>
          <a:xfrm>
            <a:off x="7699248" y="2622042"/>
            <a:ext cx="1060704" cy="1003554"/>
          </a:xfrm>
          <a:prstGeom prst="heptagon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75438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heptagon</a:t>
            </a:r>
            <a:endParaRPr lang="en-US" dirty="0"/>
          </a:p>
        </p:txBody>
      </p:sp>
      <p:sp>
        <p:nvSpPr>
          <p:cNvPr id="27" name="octagon"/>
          <p:cNvSpPr/>
          <p:nvPr/>
        </p:nvSpPr>
        <p:spPr>
          <a:xfrm>
            <a:off x="384048" y="4009644"/>
            <a:ext cx="1060704" cy="1003554"/>
          </a:xfrm>
          <a:prstGeom prst="octagon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2286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octagon</a:t>
            </a:r>
            <a:endParaRPr lang="en-US" dirty="0"/>
          </a:p>
        </p:txBody>
      </p:sp>
      <p:sp>
        <p:nvSpPr>
          <p:cNvPr id="29" name="decagon"/>
          <p:cNvSpPr/>
          <p:nvPr/>
        </p:nvSpPr>
        <p:spPr>
          <a:xfrm>
            <a:off x="1847088" y="4009644"/>
            <a:ext cx="1060704" cy="1003554"/>
          </a:xfrm>
          <a:prstGeom prst="decagon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69164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decagon</a:t>
            </a:r>
            <a:endParaRPr lang="en-US" dirty="0"/>
          </a:p>
        </p:txBody>
      </p:sp>
      <p:sp>
        <p:nvSpPr>
          <p:cNvPr id="31" name="dodecagon"/>
          <p:cNvSpPr/>
          <p:nvPr/>
        </p:nvSpPr>
        <p:spPr>
          <a:xfrm>
            <a:off x="3310128" y="4009644"/>
            <a:ext cx="1060704" cy="1003554"/>
          </a:xfrm>
          <a:prstGeom prst="dodecagon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2" name="TextBox 32"/>
          <p:cNvSpPr txBox="1"/>
          <p:nvPr/>
        </p:nvSpPr>
        <p:spPr>
          <a:xfrm>
            <a:off x="315468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dodecagon</a:t>
            </a:r>
            <a:endParaRPr lang="en-US" dirty="0"/>
          </a:p>
        </p:txBody>
      </p:sp>
      <p:sp>
        <p:nvSpPr>
          <p:cNvPr id="33" name="star4"/>
          <p:cNvSpPr/>
          <p:nvPr/>
        </p:nvSpPr>
        <p:spPr>
          <a:xfrm>
            <a:off x="4773168" y="4009644"/>
            <a:ext cx="1060704" cy="1003554"/>
          </a:xfrm>
          <a:prstGeom prst="star4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461772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star4</a:t>
            </a:r>
            <a:endParaRPr lang="en-US" dirty="0"/>
          </a:p>
        </p:txBody>
      </p:sp>
      <p:sp>
        <p:nvSpPr>
          <p:cNvPr id="35" name="star5"/>
          <p:cNvSpPr/>
          <p:nvPr/>
        </p:nvSpPr>
        <p:spPr>
          <a:xfrm>
            <a:off x="6236208" y="4009644"/>
            <a:ext cx="1060704" cy="1003554"/>
          </a:xfrm>
          <a:prstGeom prst="star5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6" name="TextBox 36"/>
          <p:cNvSpPr txBox="1"/>
          <p:nvPr/>
        </p:nvSpPr>
        <p:spPr>
          <a:xfrm>
            <a:off x="608076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star5</a:t>
            </a:r>
            <a:endParaRPr lang="en-US" dirty="0"/>
          </a:p>
        </p:txBody>
      </p:sp>
      <p:sp>
        <p:nvSpPr>
          <p:cNvPr id="37" name="star6"/>
          <p:cNvSpPr/>
          <p:nvPr/>
        </p:nvSpPr>
        <p:spPr>
          <a:xfrm>
            <a:off x="7699248" y="4009644"/>
            <a:ext cx="1060704" cy="1003554"/>
          </a:xfrm>
          <a:prstGeom prst="star6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8" name="TextBox 38"/>
          <p:cNvSpPr txBox="1"/>
          <p:nvPr/>
        </p:nvSpPr>
        <p:spPr>
          <a:xfrm>
            <a:off x="75438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star6</a:t>
            </a:r>
            <a:endParaRPr lang="en-US" dirty="0"/>
          </a:p>
        </p:txBody>
      </p:sp>
      <p:sp>
        <p:nvSpPr>
          <p:cNvPr id="39" name="star7"/>
          <p:cNvSpPr/>
          <p:nvPr/>
        </p:nvSpPr>
        <p:spPr>
          <a:xfrm>
            <a:off x="384048" y="5397246"/>
            <a:ext cx="1060704" cy="1003554"/>
          </a:xfrm>
          <a:prstGeom prst="star7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0" name="TextBox 40"/>
          <p:cNvSpPr txBox="1"/>
          <p:nvPr/>
        </p:nvSpPr>
        <p:spPr>
          <a:xfrm>
            <a:off x="2286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star7</a:t>
            </a:r>
            <a:endParaRPr lang="en-US" dirty="0"/>
          </a:p>
        </p:txBody>
      </p:sp>
      <p:sp>
        <p:nvSpPr>
          <p:cNvPr id="41" name="star8"/>
          <p:cNvSpPr/>
          <p:nvPr/>
        </p:nvSpPr>
        <p:spPr>
          <a:xfrm>
            <a:off x="1847088" y="5397246"/>
            <a:ext cx="1060704" cy="1003554"/>
          </a:xfrm>
          <a:prstGeom prst="star8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2" name="TextBox 42"/>
          <p:cNvSpPr txBox="1"/>
          <p:nvPr/>
        </p:nvSpPr>
        <p:spPr>
          <a:xfrm>
            <a:off x="169164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star8</a:t>
            </a:r>
            <a:endParaRPr lang="en-US" dirty="0"/>
          </a:p>
        </p:txBody>
      </p:sp>
      <p:sp>
        <p:nvSpPr>
          <p:cNvPr id="43" name="star10"/>
          <p:cNvSpPr/>
          <p:nvPr/>
        </p:nvSpPr>
        <p:spPr>
          <a:xfrm>
            <a:off x="3310128" y="5397246"/>
            <a:ext cx="1060704" cy="1003554"/>
          </a:xfrm>
          <a:prstGeom prst="star10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4" name="TextBox 44"/>
          <p:cNvSpPr txBox="1"/>
          <p:nvPr/>
        </p:nvSpPr>
        <p:spPr>
          <a:xfrm>
            <a:off x="315468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star10</a:t>
            </a:r>
            <a:endParaRPr lang="en-US" dirty="0"/>
          </a:p>
        </p:txBody>
      </p:sp>
      <p:sp>
        <p:nvSpPr>
          <p:cNvPr id="45" name="star12"/>
          <p:cNvSpPr/>
          <p:nvPr/>
        </p:nvSpPr>
        <p:spPr>
          <a:xfrm>
            <a:off x="4773168" y="5397246"/>
            <a:ext cx="1060704" cy="1003554"/>
          </a:xfrm>
          <a:prstGeom prst="star12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6" name="TextBox 46"/>
          <p:cNvSpPr txBox="1"/>
          <p:nvPr/>
        </p:nvSpPr>
        <p:spPr>
          <a:xfrm>
            <a:off x="461772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star12</a:t>
            </a:r>
            <a:endParaRPr lang="en-US" dirty="0"/>
          </a:p>
        </p:txBody>
      </p:sp>
      <p:sp>
        <p:nvSpPr>
          <p:cNvPr id="47" name="star16"/>
          <p:cNvSpPr/>
          <p:nvPr/>
        </p:nvSpPr>
        <p:spPr>
          <a:xfrm>
            <a:off x="6236208" y="5397246"/>
            <a:ext cx="1060704" cy="1003554"/>
          </a:xfrm>
          <a:prstGeom prst="star16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608076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star16</a:t>
            </a:r>
            <a:endParaRPr lang="en-US" dirty="0"/>
          </a:p>
        </p:txBody>
      </p:sp>
      <p:sp>
        <p:nvSpPr>
          <p:cNvPr id="49" name="star24"/>
          <p:cNvSpPr/>
          <p:nvPr/>
        </p:nvSpPr>
        <p:spPr>
          <a:xfrm>
            <a:off x="7699248" y="5397246"/>
            <a:ext cx="1060704" cy="1003554"/>
          </a:xfrm>
          <a:prstGeom prst="star24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50" name="TextBox 50"/>
          <p:cNvSpPr txBox="1"/>
          <p:nvPr/>
        </p:nvSpPr>
        <p:spPr>
          <a:xfrm>
            <a:off x="75438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star24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Preset geometries 25-48</a:t>
            </a:r>
          </a:p>
        </p:txBody>
      </p:sp>
      <p:sp>
        <p:nvSpPr>
          <p:cNvPr id="3" name="star32"/>
          <p:cNvSpPr/>
          <p:nvPr/>
        </p:nvSpPr>
        <p:spPr>
          <a:xfrm>
            <a:off x="384048" y="1234440"/>
            <a:ext cx="1060704" cy="1003554"/>
          </a:xfrm>
          <a:prstGeom prst="star32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286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star32</a:t>
            </a:r>
            <a:endParaRPr lang="en-US" dirty="0"/>
          </a:p>
        </p:txBody>
      </p:sp>
      <p:sp>
        <p:nvSpPr>
          <p:cNvPr id="5" name="roundRect"/>
          <p:cNvSpPr/>
          <p:nvPr/>
        </p:nvSpPr>
        <p:spPr>
          <a:xfrm>
            <a:off x="1847088" y="1234440"/>
            <a:ext cx="1060704" cy="1003554"/>
          </a:xfrm>
          <a:prstGeom prst="roundRect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69164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roundRect</a:t>
            </a:r>
            <a:endParaRPr lang="en-US" dirty="0"/>
          </a:p>
        </p:txBody>
      </p:sp>
      <p:sp>
        <p:nvSpPr>
          <p:cNvPr id="7" name="round1Rect"/>
          <p:cNvSpPr/>
          <p:nvPr/>
        </p:nvSpPr>
        <p:spPr>
          <a:xfrm>
            <a:off x="3310128" y="1234440"/>
            <a:ext cx="1060704" cy="1003554"/>
          </a:xfrm>
          <a:prstGeom prst="round1Rec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15468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round1Rect</a:t>
            </a:r>
            <a:endParaRPr lang="en-US" dirty="0"/>
          </a:p>
        </p:txBody>
      </p:sp>
      <p:sp>
        <p:nvSpPr>
          <p:cNvPr id="9" name="round2SameRect"/>
          <p:cNvSpPr/>
          <p:nvPr/>
        </p:nvSpPr>
        <p:spPr>
          <a:xfrm>
            <a:off x="4773168" y="1234440"/>
            <a:ext cx="1060704" cy="1003554"/>
          </a:xfrm>
          <a:prstGeom prst="round2SameRect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61772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round2SameRect</a:t>
            </a:r>
            <a:endParaRPr lang="en-US" dirty="0"/>
          </a:p>
        </p:txBody>
      </p:sp>
      <p:sp>
        <p:nvSpPr>
          <p:cNvPr id="11" name="round2DiagRect"/>
          <p:cNvSpPr/>
          <p:nvPr/>
        </p:nvSpPr>
        <p:spPr>
          <a:xfrm>
            <a:off x="6236208" y="1234440"/>
            <a:ext cx="1060704" cy="1003554"/>
          </a:xfrm>
          <a:prstGeom prst="round2DiagRect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08076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round2DiagRect</a:t>
            </a:r>
            <a:endParaRPr lang="en-US" dirty="0"/>
          </a:p>
        </p:txBody>
      </p:sp>
      <p:sp>
        <p:nvSpPr>
          <p:cNvPr id="13" name="snipRoundRect"/>
          <p:cNvSpPr/>
          <p:nvPr/>
        </p:nvSpPr>
        <p:spPr>
          <a:xfrm>
            <a:off x="7699248" y="1234440"/>
            <a:ext cx="1060704" cy="1003554"/>
          </a:xfrm>
          <a:prstGeom prst="snipRoundRect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5438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snipRoundRect</a:t>
            </a:r>
            <a:endParaRPr lang="en-US" dirty="0"/>
          </a:p>
        </p:txBody>
      </p:sp>
      <p:sp>
        <p:nvSpPr>
          <p:cNvPr id="15" name="snip1Rect"/>
          <p:cNvSpPr/>
          <p:nvPr/>
        </p:nvSpPr>
        <p:spPr>
          <a:xfrm>
            <a:off x="384048" y="2622042"/>
            <a:ext cx="1060704" cy="1003554"/>
          </a:xfrm>
          <a:prstGeom prst="snip1Rect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286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snip1Rect</a:t>
            </a:r>
            <a:endParaRPr lang="en-US" dirty="0"/>
          </a:p>
        </p:txBody>
      </p:sp>
      <p:sp>
        <p:nvSpPr>
          <p:cNvPr id="17" name="snip2SameRect"/>
          <p:cNvSpPr/>
          <p:nvPr/>
        </p:nvSpPr>
        <p:spPr>
          <a:xfrm>
            <a:off x="1847088" y="2622042"/>
            <a:ext cx="1060704" cy="1003554"/>
          </a:xfrm>
          <a:prstGeom prst="snip2SameRect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169164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snip2SameRect</a:t>
            </a:r>
            <a:endParaRPr lang="en-US" dirty="0"/>
          </a:p>
        </p:txBody>
      </p:sp>
      <p:sp>
        <p:nvSpPr>
          <p:cNvPr id="19" name="snip2DiagRect"/>
          <p:cNvSpPr/>
          <p:nvPr/>
        </p:nvSpPr>
        <p:spPr>
          <a:xfrm>
            <a:off x="3310128" y="2622042"/>
            <a:ext cx="1060704" cy="1003554"/>
          </a:xfrm>
          <a:prstGeom prst="snip2DiagRec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315468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snip2DiagRect</a:t>
            </a:r>
            <a:endParaRPr lang="en-US" dirty="0"/>
          </a:p>
        </p:txBody>
      </p:sp>
      <p:sp>
        <p:nvSpPr>
          <p:cNvPr id="21" name="plaque"/>
          <p:cNvSpPr/>
          <p:nvPr/>
        </p:nvSpPr>
        <p:spPr>
          <a:xfrm>
            <a:off x="4773168" y="2622042"/>
            <a:ext cx="1060704" cy="1003554"/>
          </a:xfrm>
          <a:prstGeom prst="plaque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2" name="TextBox 22"/>
          <p:cNvSpPr txBox="1"/>
          <p:nvPr/>
        </p:nvSpPr>
        <p:spPr>
          <a:xfrm>
            <a:off x="461772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plaque</a:t>
            </a:r>
            <a:endParaRPr lang="en-US" dirty="0"/>
          </a:p>
        </p:txBody>
      </p:sp>
      <p:sp>
        <p:nvSpPr>
          <p:cNvPr id="23" name="ellipse"/>
          <p:cNvSpPr/>
          <p:nvPr/>
        </p:nvSpPr>
        <p:spPr>
          <a:xfrm>
            <a:off x="6236208" y="2622042"/>
            <a:ext cx="1060704" cy="1003554"/>
          </a:xfrm>
          <a:prstGeom prst="ellipse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608076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ellipse</a:t>
            </a:r>
            <a:endParaRPr lang="en-US" dirty="0"/>
          </a:p>
        </p:txBody>
      </p:sp>
      <p:sp>
        <p:nvSpPr>
          <p:cNvPr id="25" name="teardrop"/>
          <p:cNvSpPr/>
          <p:nvPr/>
        </p:nvSpPr>
        <p:spPr>
          <a:xfrm>
            <a:off x="7699248" y="2622042"/>
            <a:ext cx="1060704" cy="1003554"/>
          </a:xfrm>
          <a:prstGeom prst="teardrop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75438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teardrop</a:t>
            </a:r>
            <a:endParaRPr lang="en-US" dirty="0"/>
          </a:p>
        </p:txBody>
      </p:sp>
      <p:sp>
        <p:nvSpPr>
          <p:cNvPr id="27" name="homePlate"/>
          <p:cNvSpPr/>
          <p:nvPr/>
        </p:nvSpPr>
        <p:spPr>
          <a:xfrm>
            <a:off x="384048" y="4009644"/>
            <a:ext cx="1060704" cy="1003554"/>
          </a:xfrm>
          <a:prstGeom prst="homePlat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2286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homePlate</a:t>
            </a:r>
            <a:endParaRPr lang="en-US" dirty="0"/>
          </a:p>
        </p:txBody>
      </p:sp>
      <p:sp>
        <p:nvSpPr>
          <p:cNvPr id="29" name="chevron"/>
          <p:cNvSpPr/>
          <p:nvPr/>
        </p:nvSpPr>
        <p:spPr>
          <a:xfrm>
            <a:off x="1847088" y="4009644"/>
            <a:ext cx="1060704" cy="1003554"/>
          </a:xfrm>
          <a:prstGeom prst="chevron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69164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chevron</a:t>
            </a:r>
            <a:endParaRPr lang="en-US" dirty="0"/>
          </a:p>
        </p:txBody>
      </p:sp>
      <p:sp>
        <p:nvSpPr>
          <p:cNvPr id="31" name="pieWedge"/>
          <p:cNvSpPr/>
          <p:nvPr/>
        </p:nvSpPr>
        <p:spPr>
          <a:xfrm>
            <a:off x="3310128" y="4009644"/>
            <a:ext cx="1060704" cy="1003554"/>
          </a:xfrm>
          <a:prstGeom prst="pieWedge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2" name="TextBox 32"/>
          <p:cNvSpPr txBox="1"/>
          <p:nvPr/>
        </p:nvSpPr>
        <p:spPr>
          <a:xfrm>
            <a:off x="315468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pieWedge</a:t>
            </a:r>
            <a:endParaRPr lang="en-US" dirty="0"/>
          </a:p>
        </p:txBody>
      </p:sp>
      <p:sp>
        <p:nvSpPr>
          <p:cNvPr id="33" name="pie"/>
          <p:cNvSpPr/>
          <p:nvPr/>
        </p:nvSpPr>
        <p:spPr>
          <a:xfrm>
            <a:off x="4773168" y="4009644"/>
            <a:ext cx="1060704" cy="1003554"/>
          </a:xfrm>
          <a:prstGeom prst="pie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461772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pie</a:t>
            </a:r>
            <a:endParaRPr lang="en-US" dirty="0"/>
          </a:p>
        </p:txBody>
      </p:sp>
      <p:sp>
        <p:nvSpPr>
          <p:cNvPr id="35" name="blockArc"/>
          <p:cNvSpPr/>
          <p:nvPr/>
        </p:nvSpPr>
        <p:spPr>
          <a:xfrm>
            <a:off x="6236208" y="4009644"/>
            <a:ext cx="1060704" cy="1003554"/>
          </a:xfrm>
          <a:prstGeom prst="blockArc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6" name="TextBox 36"/>
          <p:cNvSpPr txBox="1"/>
          <p:nvPr/>
        </p:nvSpPr>
        <p:spPr>
          <a:xfrm>
            <a:off x="608076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blockArc</a:t>
            </a:r>
            <a:endParaRPr lang="en-US" dirty="0"/>
          </a:p>
        </p:txBody>
      </p:sp>
      <p:sp>
        <p:nvSpPr>
          <p:cNvPr id="37" name="donut"/>
          <p:cNvSpPr/>
          <p:nvPr/>
        </p:nvSpPr>
        <p:spPr>
          <a:xfrm>
            <a:off x="7699248" y="4009644"/>
            <a:ext cx="1060704" cy="1003554"/>
          </a:xfrm>
          <a:prstGeom prst="donut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8" name="TextBox 38"/>
          <p:cNvSpPr txBox="1"/>
          <p:nvPr/>
        </p:nvSpPr>
        <p:spPr>
          <a:xfrm>
            <a:off x="75438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donut</a:t>
            </a:r>
            <a:endParaRPr lang="en-US" dirty="0"/>
          </a:p>
        </p:txBody>
      </p:sp>
      <p:sp>
        <p:nvSpPr>
          <p:cNvPr id="39" name="noSmoking"/>
          <p:cNvSpPr/>
          <p:nvPr/>
        </p:nvSpPr>
        <p:spPr>
          <a:xfrm>
            <a:off x="384048" y="5397246"/>
            <a:ext cx="1060704" cy="1003554"/>
          </a:xfrm>
          <a:prstGeom prst="noSmoking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0" name="TextBox 40"/>
          <p:cNvSpPr txBox="1"/>
          <p:nvPr/>
        </p:nvSpPr>
        <p:spPr>
          <a:xfrm>
            <a:off x="2286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noSmoking</a:t>
            </a:r>
            <a:endParaRPr lang="en-US" dirty="0"/>
          </a:p>
        </p:txBody>
      </p:sp>
      <p:sp>
        <p:nvSpPr>
          <p:cNvPr id="41" name="rightArrow"/>
          <p:cNvSpPr/>
          <p:nvPr/>
        </p:nvSpPr>
        <p:spPr>
          <a:xfrm>
            <a:off x="1847088" y="5397246"/>
            <a:ext cx="1060704" cy="1003554"/>
          </a:xfrm>
          <a:prstGeom prst="rightArrow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2" name="TextBox 42"/>
          <p:cNvSpPr txBox="1"/>
          <p:nvPr/>
        </p:nvSpPr>
        <p:spPr>
          <a:xfrm>
            <a:off x="169164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rightArrow</a:t>
            </a:r>
            <a:endParaRPr lang="en-US" dirty="0"/>
          </a:p>
        </p:txBody>
      </p:sp>
      <p:sp>
        <p:nvSpPr>
          <p:cNvPr id="43" name="leftArrow"/>
          <p:cNvSpPr/>
          <p:nvPr/>
        </p:nvSpPr>
        <p:spPr>
          <a:xfrm>
            <a:off x="3310128" y="5397246"/>
            <a:ext cx="1060704" cy="1003554"/>
          </a:xfrm>
          <a:prstGeom prst="leftArrow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4" name="TextBox 44"/>
          <p:cNvSpPr txBox="1"/>
          <p:nvPr/>
        </p:nvSpPr>
        <p:spPr>
          <a:xfrm>
            <a:off x="315468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leftArrow</a:t>
            </a:r>
            <a:endParaRPr lang="en-US" dirty="0"/>
          </a:p>
        </p:txBody>
      </p:sp>
      <p:sp>
        <p:nvSpPr>
          <p:cNvPr id="45" name="upArrow"/>
          <p:cNvSpPr/>
          <p:nvPr/>
        </p:nvSpPr>
        <p:spPr>
          <a:xfrm>
            <a:off x="4773168" y="5397246"/>
            <a:ext cx="1060704" cy="1003554"/>
          </a:xfrm>
          <a:prstGeom prst="upArrow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6" name="TextBox 46"/>
          <p:cNvSpPr txBox="1"/>
          <p:nvPr/>
        </p:nvSpPr>
        <p:spPr>
          <a:xfrm>
            <a:off x="461772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upArrow</a:t>
            </a:r>
            <a:endParaRPr lang="en-US" dirty="0"/>
          </a:p>
        </p:txBody>
      </p:sp>
      <p:sp>
        <p:nvSpPr>
          <p:cNvPr id="47" name="downArrow"/>
          <p:cNvSpPr/>
          <p:nvPr/>
        </p:nvSpPr>
        <p:spPr>
          <a:xfrm>
            <a:off x="6236208" y="5397246"/>
            <a:ext cx="1060704" cy="1003554"/>
          </a:xfrm>
          <a:prstGeom prst="downArrow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608076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downArrow</a:t>
            </a:r>
            <a:endParaRPr lang="en-US" dirty="0"/>
          </a:p>
        </p:txBody>
      </p:sp>
      <p:sp>
        <p:nvSpPr>
          <p:cNvPr id="49" name="stripedRightArrow"/>
          <p:cNvSpPr/>
          <p:nvPr/>
        </p:nvSpPr>
        <p:spPr>
          <a:xfrm>
            <a:off x="7699248" y="5397246"/>
            <a:ext cx="1060704" cy="1003554"/>
          </a:xfrm>
          <a:prstGeom prst="stripedRightArrow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50" name="TextBox 50"/>
          <p:cNvSpPr txBox="1"/>
          <p:nvPr/>
        </p:nvSpPr>
        <p:spPr>
          <a:xfrm>
            <a:off x="75438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stripedRightArrow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Preset geometries 49-72</a:t>
            </a:r>
          </a:p>
        </p:txBody>
      </p:sp>
      <p:sp>
        <p:nvSpPr>
          <p:cNvPr id="3" name="notchedRightArrow"/>
          <p:cNvSpPr/>
          <p:nvPr/>
        </p:nvSpPr>
        <p:spPr>
          <a:xfrm>
            <a:off x="384048" y="1234440"/>
            <a:ext cx="1060704" cy="1003554"/>
          </a:xfrm>
          <a:prstGeom prst="notchedRightArrow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286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notchedRightArrow</a:t>
            </a:r>
            <a:endParaRPr lang="en-US" dirty="0"/>
          </a:p>
        </p:txBody>
      </p:sp>
      <p:sp>
        <p:nvSpPr>
          <p:cNvPr id="5" name="bentUpArrow"/>
          <p:cNvSpPr/>
          <p:nvPr/>
        </p:nvSpPr>
        <p:spPr>
          <a:xfrm>
            <a:off x="1847088" y="1234440"/>
            <a:ext cx="1060704" cy="1003554"/>
          </a:xfrm>
          <a:prstGeom prst="bentUpArrow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69164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bentUpArrow</a:t>
            </a:r>
            <a:endParaRPr lang="en-US" dirty="0"/>
          </a:p>
        </p:txBody>
      </p:sp>
      <p:sp>
        <p:nvSpPr>
          <p:cNvPr id="7" name="leftRightArrow"/>
          <p:cNvSpPr/>
          <p:nvPr/>
        </p:nvSpPr>
        <p:spPr>
          <a:xfrm>
            <a:off x="3310128" y="1234440"/>
            <a:ext cx="1060704" cy="1003554"/>
          </a:xfrm>
          <a:prstGeom prst="leftRightArrow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15468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leftRightArrow</a:t>
            </a:r>
            <a:endParaRPr lang="en-US" dirty="0"/>
          </a:p>
        </p:txBody>
      </p:sp>
      <p:sp>
        <p:nvSpPr>
          <p:cNvPr id="9" name="upDownArrow"/>
          <p:cNvSpPr/>
          <p:nvPr/>
        </p:nvSpPr>
        <p:spPr>
          <a:xfrm>
            <a:off x="4773168" y="1234440"/>
            <a:ext cx="1060704" cy="1003554"/>
          </a:xfrm>
          <a:prstGeom prst="upDownArrow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61772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upDownArrow</a:t>
            </a:r>
            <a:endParaRPr lang="en-US" dirty="0"/>
          </a:p>
        </p:txBody>
      </p:sp>
      <p:sp>
        <p:nvSpPr>
          <p:cNvPr id="11" name="leftUpArrow"/>
          <p:cNvSpPr/>
          <p:nvPr/>
        </p:nvSpPr>
        <p:spPr>
          <a:xfrm>
            <a:off x="6236208" y="1234440"/>
            <a:ext cx="1060704" cy="1003554"/>
          </a:xfrm>
          <a:prstGeom prst="leftUpArrow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08076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leftUpArrow</a:t>
            </a:r>
            <a:endParaRPr lang="en-US" dirty="0"/>
          </a:p>
        </p:txBody>
      </p:sp>
      <p:sp>
        <p:nvSpPr>
          <p:cNvPr id="13" name="leftRightUpArrow"/>
          <p:cNvSpPr/>
          <p:nvPr/>
        </p:nvSpPr>
        <p:spPr>
          <a:xfrm>
            <a:off x="7699248" y="1234440"/>
            <a:ext cx="1060704" cy="1003554"/>
          </a:xfrm>
          <a:prstGeom prst="leftRightUpArrow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5438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leftRightUpArrow</a:t>
            </a:r>
            <a:endParaRPr lang="en-US" dirty="0"/>
          </a:p>
        </p:txBody>
      </p:sp>
      <p:sp>
        <p:nvSpPr>
          <p:cNvPr id="15" name="quadArrow"/>
          <p:cNvSpPr/>
          <p:nvPr/>
        </p:nvSpPr>
        <p:spPr>
          <a:xfrm>
            <a:off x="384048" y="2622042"/>
            <a:ext cx="1060704" cy="1003554"/>
          </a:xfrm>
          <a:prstGeom prst="quadArrow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286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quadArrow</a:t>
            </a:r>
            <a:endParaRPr lang="en-US" dirty="0"/>
          </a:p>
        </p:txBody>
      </p:sp>
      <p:sp>
        <p:nvSpPr>
          <p:cNvPr id="17" name="leftArrowCallout"/>
          <p:cNvSpPr/>
          <p:nvPr/>
        </p:nvSpPr>
        <p:spPr>
          <a:xfrm>
            <a:off x="1847088" y="2622042"/>
            <a:ext cx="1060704" cy="1003554"/>
          </a:xfrm>
          <a:prstGeom prst="leftArrowCallout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169164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leftArrowCallout</a:t>
            </a:r>
            <a:endParaRPr lang="en-US" dirty="0"/>
          </a:p>
        </p:txBody>
      </p:sp>
      <p:sp>
        <p:nvSpPr>
          <p:cNvPr id="19" name="rightArrowCallout"/>
          <p:cNvSpPr/>
          <p:nvPr/>
        </p:nvSpPr>
        <p:spPr>
          <a:xfrm>
            <a:off x="3310128" y="2622042"/>
            <a:ext cx="1060704" cy="1003554"/>
          </a:xfrm>
          <a:prstGeom prst="rightArrowCallou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315468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rightArrowCallout</a:t>
            </a:r>
            <a:endParaRPr lang="en-US" dirty="0"/>
          </a:p>
        </p:txBody>
      </p:sp>
      <p:sp>
        <p:nvSpPr>
          <p:cNvPr id="21" name="upArrowCallout"/>
          <p:cNvSpPr/>
          <p:nvPr/>
        </p:nvSpPr>
        <p:spPr>
          <a:xfrm>
            <a:off x="4773168" y="2622042"/>
            <a:ext cx="1060704" cy="1003554"/>
          </a:xfrm>
          <a:prstGeom prst="upArrowCallout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2" name="TextBox 22"/>
          <p:cNvSpPr txBox="1"/>
          <p:nvPr/>
        </p:nvSpPr>
        <p:spPr>
          <a:xfrm>
            <a:off x="461772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upArrowCallout</a:t>
            </a:r>
            <a:endParaRPr lang="en-US" dirty="0"/>
          </a:p>
        </p:txBody>
      </p:sp>
      <p:sp>
        <p:nvSpPr>
          <p:cNvPr id="23" name="downArrowCallout"/>
          <p:cNvSpPr/>
          <p:nvPr/>
        </p:nvSpPr>
        <p:spPr>
          <a:xfrm>
            <a:off x="6236208" y="2622042"/>
            <a:ext cx="1060704" cy="1003554"/>
          </a:xfrm>
          <a:prstGeom prst="downArrowCallout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608076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downArrowCallout</a:t>
            </a:r>
            <a:endParaRPr lang="en-US" dirty="0"/>
          </a:p>
        </p:txBody>
      </p:sp>
      <p:sp>
        <p:nvSpPr>
          <p:cNvPr id="25" name="leftRightArrowCallout"/>
          <p:cNvSpPr/>
          <p:nvPr/>
        </p:nvSpPr>
        <p:spPr>
          <a:xfrm>
            <a:off x="7699248" y="2622042"/>
            <a:ext cx="1060704" cy="1003554"/>
          </a:xfrm>
          <a:prstGeom prst="leftRightArrowCallout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75438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leftRightArrowCallout</a:t>
            </a:r>
            <a:endParaRPr lang="en-US" dirty="0"/>
          </a:p>
        </p:txBody>
      </p:sp>
      <p:sp>
        <p:nvSpPr>
          <p:cNvPr id="27" name="upDownArrowCallout"/>
          <p:cNvSpPr/>
          <p:nvPr/>
        </p:nvSpPr>
        <p:spPr>
          <a:xfrm>
            <a:off x="384048" y="4009644"/>
            <a:ext cx="1060704" cy="1003554"/>
          </a:xfrm>
          <a:prstGeom prst="upDownArrowCallout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2286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upDownArrowCallout</a:t>
            </a:r>
            <a:endParaRPr lang="en-US" dirty="0"/>
          </a:p>
        </p:txBody>
      </p:sp>
      <p:sp>
        <p:nvSpPr>
          <p:cNvPr id="29" name="quadArrowCallout"/>
          <p:cNvSpPr/>
          <p:nvPr/>
        </p:nvSpPr>
        <p:spPr>
          <a:xfrm>
            <a:off x="1847088" y="4009644"/>
            <a:ext cx="1060704" cy="1003554"/>
          </a:xfrm>
          <a:prstGeom prst="quadArrowCallout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69164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quadArrowCallout</a:t>
            </a:r>
            <a:endParaRPr lang="en-US" dirty="0"/>
          </a:p>
        </p:txBody>
      </p:sp>
      <p:sp>
        <p:nvSpPr>
          <p:cNvPr id="31" name="bentArrow"/>
          <p:cNvSpPr/>
          <p:nvPr/>
        </p:nvSpPr>
        <p:spPr>
          <a:xfrm>
            <a:off x="3310128" y="4009644"/>
            <a:ext cx="1060704" cy="1003554"/>
          </a:xfrm>
          <a:prstGeom prst="bentArrow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2" name="TextBox 32"/>
          <p:cNvSpPr txBox="1"/>
          <p:nvPr/>
        </p:nvSpPr>
        <p:spPr>
          <a:xfrm>
            <a:off x="315468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bentArrow</a:t>
            </a:r>
            <a:endParaRPr lang="en-US" dirty="0"/>
          </a:p>
        </p:txBody>
      </p:sp>
      <p:sp>
        <p:nvSpPr>
          <p:cNvPr id="33" name="uturnArrow"/>
          <p:cNvSpPr/>
          <p:nvPr/>
        </p:nvSpPr>
        <p:spPr>
          <a:xfrm>
            <a:off x="4773168" y="4009644"/>
            <a:ext cx="1060704" cy="1003554"/>
          </a:xfrm>
          <a:prstGeom prst="uturnArrow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461772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uturnArrow</a:t>
            </a:r>
            <a:endParaRPr lang="en-US" dirty="0"/>
          </a:p>
        </p:txBody>
      </p:sp>
      <p:sp>
        <p:nvSpPr>
          <p:cNvPr id="35" name="circularArrow"/>
          <p:cNvSpPr/>
          <p:nvPr/>
        </p:nvSpPr>
        <p:spPr>
          <a:xfrm>
            <a:off x="6236208" y="4009644"/>
            <a:ext cx="1060704" cy="1003554"/>
          </a:xfrm>
          <a:prstGeom prst="circularArrow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6" name="TextBox 36"/>
          <p:cNvSpPr txBox="1"/>
          <p:nvPr/>
        </p:nvSpPr>
        <p:spPr>
          <a:xfrm>
            <a:off x="608076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circularArrow</a:t>
            </a:r>
            <a:endParaRPr lang="en-US" dirty="0"/>
          </a:p>
        </p:txBody>
      </p:sp>
      <p:sp>
        <p:nvSpPr>
          <p:cNvPr id="37" name="leftCircularArrow"/>
          <p:cNvSpPr/>
          <p:nvPr/>
        </p:nvSpPr>
        <p:spPr>
          <a:xfrm>
            <a:off x="7699248" y="4009644"/>
            <a:ext cx="1060704" cy="1003554"/>
          </a:xfrm>
          <a:prstGeom prst="leftCircularArrow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8" name="TextBox 38"/>
          <p:cNvSpPr txBox="1"/>
          <p:nvPr/>
        </p:nvSpPr>
        <p:spPr>
          <a:xfrm>
            <a:off x="75438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leftCircularArrow</a:t>
            </a:r>
            <a:endParaRPr lang="en-US" dirty="0"/>
          </a:p>
        </p:txBody>
      </p:sp>
      <p:sp>
        <p:nvSpPr>
          <p:cNvPr id="39" name="leftRightCircularArrow"/>
          <p:cNvSpPr/>
          <p:nvPr/>
        </p:nvSpPr>
        <p:spPr>
          <a:xfrm>
            <a:off x="384048" y="5397246"/>
            <a:ext cx="1060704" cy="1003554"/>
          </a:xfrm>
          <a:prstGeom prst="leftRightCircularArrow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0" name="TextBox 40"/>
          <p:cNvSpPr txBox="1"/>
          <p:nvPr/>
        </p:nvSpPr>
        <p:spPr>
          <a:xfrm>
            <a:off x="2286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leftRightCircularArrow</a:t>
            </a:r>
            <a:endParaRPr lang="en-US" dirty="0"/>
          </a:p>
        </p:txBody>
      </p:sp>
      <p:sp>
        <p:nvSpPr>
          <p:cNvPr id="41" name="curvedRightArrow"/>
          <p:cNvSpPr/>
          <p:nvPr/>
        </p:nvSpPr>
        <p:spPr>
          <a:xfrm>
            <a:off x="1847088" y="5397246"/>
            <a:ext cx="1060704" cy="1003554"/>
          </a:xfrm>
          <a:prstGeom prst="curvedRightArrow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2" name="TextBox 42"/>
          <p:cNvSpPr txBox="1"/>
          <p:nvPr/>
        </p:nvSpPr>
        <p:spPr>
          <a:xfrm>
            <a:off x="169164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curvedRightArrow</a:t>
            </a:r>
            <a:endParaRPr lang="en-US" dirty="0"/>
          </a:p>
        </p:txBody>
      </p:sp>
      <p:sp>
        <p:nvSpPr>
          <p:cNvPr id="43" name="curvedLeftArrow"/>
          <p:cNvSpPr/>
          <p:nvPr/>
        </p:nvSpPr>
        <p:spPr>
          <a:xfrm>
            <a:off x="3310128" y="5397246"/>
            <a:ext cx="1060704" cy="1003554"/>
          </a:xfrm>
          <a:prstGeom prst="curvedLeftArrow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4" name="TextBox 44"/>
          <p:cNvSpPr txBox="1"/>
          <p:nvPr/>
        </p:nvSpPr>
        <p:spPr>
          <a:xfrm>
            <a:off x="315468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curvedLeftArrow</a:t>
            </a:r>
            <a:endParaRPr lang="en-US" dirty="0"/>
          </a:p>
        </p:txBody>
      </p:sp>
      <p:sp>
        <p:nvSpPr>
          <p:cNvPr id="45" name="curvedUpArrow"/>
          <p:cNvSpPr/>
          <p:nvPr/>
        </p:nvSpPr>
        <p:spPr>
          <a:xfrm>
            <a:off x="4773168" y="5397246"/>
            <a:ext cx="1060704" cy="1003554"/>
          </a:xfrm>
          <a:prstGeom prst="curvedUpArrow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6" name="TextBox 46"/>
          <p:cNvSpPr txBox="1"/>
          <p:nvPr/>
        </p:nvSpPr>
        <p:spPr>
          <a:xfrm>
            <a:off x="461772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curvedUpArrow</a:t>
            </a:r>
            <a:endParaRPr lang="en-US" dirty="0"/>
          </a:p>
        </p:txBody>
      </p:sp>
      <p:sp>
        <p:nvSpPr>
          <p:cNvPr id="47" name="curvedDownArrow"/>
          <p:cNvSpPr/>
          <p:nvPr/>
        </p:nvSpPr>
        <p:spPr>
          <a:xfrm>
            <a:off x="6236208" y="5397246"/>
            <a:ext cx="1060704" cy="1003554"/>
          </a:xfrm>
          <a:prstGeom prst="curvedDownArrow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608076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curvedDownArrow</a:t>
            </a:r>
            <a:endParaRPr lang="en-US" dirty="0"/>
          </a:p>
        </p:txBody>
      </p:sp>
      <p:sp>
        <p:nvSpPr>
          <p:cNvPr id="49" name="swooshArrow"/>
          <p:cNvSpPr/>
          <p:nvPr/>
        </p:nvSpPr>
        <p:spPr>
          <a:xfrm>
            <a:off x="7699248" y="5397246"/>
            <a:ext cx="1060704" cy="1003554"/>
          </a:xfrm>
          <a:prstGeom prst="swooshArrow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50" name="TextBox 50"/>
          <p:cNvSpPr txBox="1"/>
          <p:nvPr/>
        </p:nvSpPr>
        <p:spPr>
          <a:xfrm>
            <a:off x="75438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swooshArrow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Preset geometries 73-96</a:t>
            </a:r>
          </a:p>
        </p:txBody>
      </p:sp>
      <p:sp>
        <p:nvSpPr>
          <p:cNvPr id="3" name="cube"/>
          <p:cNvSpPr/>
          <p:nvPr/>
        </p:nvSpPr>
        <p:spPr>
          <a:xfrm>
            <a:off x="384048" y="1234440"/>
            <a:ext cx="1060704" cy="1003554"/>
          </a:xfrm>
          <a:prstGeom prst="cub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286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cube</a:t>
            </a:r>
            <a:endParaRPr lang="en-US" dirty="0"/>
          </a:p>
        </p:txBody>
      </p:sp>
      <p:sp>
        <p:nvSpPr>
          <p:cNvPr id="5" name="can"/>
          <p:cNvSpPr/>
          <p:nvPr/>
        </p:nvSpPr>
        <p:spPr>
          <a:xfrm>
            <a:off x="1847088" y="1234440"/>
            <a:ext cx="1060704" cy="1003554"/>
          </a:xfrm>
          <a:prstGeom prst="can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69164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can</a:t>
            </a:r>
            <a:endParaRPr lang="en-US" dirty="0"/>
          </a:p>
        </p:txBody>
      </p:sp>
      <p:sp>
        <p:nvSpPr>
          <p:cNvPr id="7" name="lightningBolt"/>
          <p:cNvSpPr/>
          <p:nvPr/>
        </p:nvSpPr>
        <p:spPr>
          <a:xfrm>
            <a:off x="3310128" y="1234440"/>
            <a:ext cx="1060704" cy="1003554"/>
          </a:xfrm>
          <a:prstGeom prst="lightningBol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15468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lightningBolt</a:t>
            </a:r>
            <a:endParaRPr lang="en-US" dirty="0"/>
          </a:p>
        </p:txBody>
      </p:sp>
      <p:sp>
        <p:nvSpPr>
          <p:cNvPr id="9" name="heart"/>
          <p:cNvSpPr/>
          <p:nvPr/>
        </p:nvSpPr>
        <p:spPr>
          <a:xfrm>
            <a:off x="4773168" y="1234440"/>
            <a:ext cx="1060704" cy="1003554"/>
          </a:xfrm>
          <a:prstGeom prst="heart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61772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heart</a:t>
            </a:r>
            <a:endParaRPr lang="en-US" dirty="0"/>
          </a:p>
        </p:txBody>
      </p:sp>
      <p:sp>
        <p:nvSpPr>
          <p:cNvPr id="11" name="sun"/>
          <p:cNvSpPr/>
          <p:nvPr/>
        </p:nvSpPr>
        <p:spPr>
          <a:xfrm>
            <a:off x="6236208" y="1234440"/>
            <a:ext cx="1060704" cy="1003554"/>
          </a:xfrm>
          <a:prstGeom prst="sun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08076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sun</a:t>
            </a:r>
            <a:endParaRPr lang="en-US" dirty="0"/>
          </a:p>
        </p:txBody>
      </p:sp>
      <p:sp>
        <p:nvSpPr>
          <p:cNvPr id="13" name="moon"/>
          <p:cNvSpPr/>
          <p:nvPr/>
        </p:nvSpPr>
        <p:spPr>
          <a:xfrm>
            <a:off x="7699248" y="1234440"/>
            <a:ext cx="1060704" cy="1003554"/>
          </a:xfrm>
          <a:prstGeom prst="moon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5438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moon</a:t>
            </a:r>
            <a:endParaRPr lang="en-US" dirty="0"/>
          </a:p>
        </p:txBody>
      </p:sp>
      <p:sp>
        <p:nvSpPr>
          <p:cNvPr id="15" name="smileyFace"/>
          <p:cNvSpPr/>
          <p:nvPr/>
        </p:nvSpPr>
        <p:spPr>
          <a:xfrm>
            <a:off x="384048" y="2622042"/>
            <a:ext cx="1060704" cy="1003554"/>
          </a:xfrm>
          <a:prstGeom prst="smileyFac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286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smileyFace</a:t>
            </a:r>
            <a:endParaRPr lang="en-US" dirty="0"/>
          </a:p>
        </p:txBody>
      </p:sp>
      <p:sp>
        <p:nvSpPr>
          <p:cNvPr id="17" name="irregularSeal1"/>
          <p:cNvSpPr/>
          <p:nvPr/>
        </p:nvSpPr>
        <p:spPr>
          <a:xfrm>
            <a:off x="1847088" y="2622042"/>
            <a:ext cx="1060704" cy="1003554"/>
          </a:xfrm>
          <a:prstGeom prst="irregularSeal1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169164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irregularSeal1</a:t>
            </a:r>
            <a:endParaRPr lang="en-US" dirty="0"/>
          </a:p>
        </p:txBody>
      </p:sp>
      <p:sp>
        <p:nvSpPr>
          <p:cNvPr id="19" name="irregularSeal2"/>
          <p:cNvSpPr/>
          <p:nvPr/>
        </p:nvSpPr>
        <p:spPr>
          <a:xfrm>
            <a:off x="3310128" y="2622042"/>
            <a:ext cx="1060704" cy="1003554"/>
          </a:xfrm>
          <a:prstGeom prst="irregularSeal2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315468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irregularSeal2</a:t>
            </a:r>
            <a:endParaRPr lang="en-US" dirty="0"/>
          </a:p>
        </p:txBody>
      </p:sp>
      <p:sp>
        <p:nvSpPr>
          <p:cNvPr id="21" name="foldedCorner"/>
          <p:cNvSpPr/>
          <p:nvPr/>
        </p:nvSpPr>
        <p:spPr>
          <a:xfrm>
            <a:off x="4773168" y="2622042"/>
            <a:ext cx="1060704" cy="1003554"/>
          </a:xfrm>
          <a:prstGeom prst="foldedCorner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2" name="TextBox 22"/>
          <p:cNvSpPr txBox="1"/>
          <p:nvPr/>
        </p:nvSpPr>
        <p:spPr>
          <a:xfrm>
            <a:off x="461772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foldedCorner</a:t>
            </a:r>
            <a:endParaRPr lang="en-US" dirty="0"/>
          </a:p>
        </p:txBody>
      </p:sp>
      <p:sp>
        <p:nvSpPr>
          <p:cNvPr id="23" name="bevel"/>
          <p:cNvSpPr/>
          <p:nvPr/>
        </p:nvSpPr>
        <p:spPr>
          <a:xfrm>
            <a:off x="6236208" y="2622042"/>
            <a:ext cx="1060704" cy="1003554"/>
          </a:xfrm>
          <a:prstGeom prst="bevel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608076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bevel</a:t>
            </a:r>
            <a:endParaRPr lang="en-US" dirty="0"/>
          </a:p>
        </p:txBody>
      </p:sp>
      <p:sp>
        <p:nvSpPr>
          <p:cNvPr id="25" name="frame"/>
          <p:cNvSpPr/>
          <p:nvPr/>
        </p:nvSpPr>
        <p:spPr>
          <a:xfrm>
            <a:off x="7699248" y="2622042"/>
            <a:ext cx="1060704" cy="1003554"/>
          </a:xfrm>
          <a:prstGeom prst="frame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75438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frame</a:t>
            </a:r>
            <a:endParaRPr lang="en-US" dirty="0"/>
          </a:p>
        </p:txBody>
      </p:sp>
      <p:sp>
        <p:nvSpPr>
          <p:cNvPr id="27" name="halfFrame"/>
          <p:cNvSpPr/>
          <p:nvPr/>
        </p:nvSpPr>
        <p:spPr>
          <a:xfrm>
            <a:off x="384048" y="4009644"/>
            <a:ext cx="1060704" cy="1003554"/>
          </a:xfrm>
          <a:prstGeom prst="halfFram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2286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halfFrame</a:t>
            </a:r>
            <a:endParaRPr lang="en-US" dirty="0"/>
          </a:p>
        </p:txBody>
      </p:sp>
      <p:sp>
        <p:nvSpPr>
          <p:cNvPr id="29" name="corner"/>
          <p:cNvSpPr/>
          <p:nvPr/>
        </p:nvSpPr>
        <p:spPr>
          <a:xfrm>
            <a:off x="1847088" y="4009644"/>
            <a:ext cx="1060704" cy="1003554"/>
          </a:xfrm>
          <a:prstGeom prst="corner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69164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corner</a:t>
            </a:r>
            <a:endParaRPr lang="en-US" dirty="0"/>
          </a:p>
        </p:txBody>
      </p:sp>
      <p:sp>
        <p:nvSpPr>
          <p:cNvPr id="31" name="diagStripe"/>
          <p:cNvSpPr/>
          <p:nvPr/>
        </p:nvSpPr>
        <p:spPr>
          <a:xfrm>
            <a:off x="3310128" y="4009644"/>
            <a:ext cx="1060704" cy="1003554"/>
          </a:xfrm>
          <a:prstGeom prst="diagStripe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2" name="TextBox 32"/>
          <p:cNvSpPr txBox="1"/>
          <p:nvPr/>
        </p:nvSpPr>
        <p:spPr>
          <a:xfrm>
            <a:off x="315468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diagStripe</a:t>
            </a:r>
            <a:endParaRPr lang="en-US" dirty="0"/>
          </a:p>
        </p:txBody>
      </p:sp>
      <p:sp>
        <p:nvSpPr>
          <p:cNvPr id="33" name="chord"/>
          <p:cNvSpPr/>
          <p:nvPr/>
        </p:nvSpPr>
        <p:spPr>
          <a:xfrm>
            <a:off x="4773168" y="4009644"/>
            <a:ext cx="1060704" cy="1003554"/>
          </a:xfrm>
          <a:prstGeom prst="chord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461772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chord</a:t>
            </a:r>
            <a:endParaRPr lang="en-US" dirty="0"/>
          </a:p>
        </p:txBody>
      </p:sp>
      <p:sp>
        <p:nvSpPr>
          <p:cNvPr id="35" name="arc"/>
          <p:cNvSpPr/>
          <p:nvPr/>
        </p:nvSpPr>
        <p:spPr>
          <a:xfrm>
            <a:off x="6236208" y="4009644"/>
            <a:ext cx="1060704" cy="1003554"/>
          </a:xfrm>
          <a:prstGeom prst="arc">
            <a:avLst/>
          </a:prstGeom>
          <a:noFill/>
          <a:ln w="38100">
            <a:solidFill>
              <a:srgbClr val="5B9BD5"/>
            </a:solidFill>
            <a:tailEnd type="triangle" w="med" len="med"/>
          </a:ln>
        </p:spPr>
      </p:sp>
      <p:sp>
        <p:nvSpPr>
          <p:cNvPr id="36" name="TextBox 36"/>
          <p:cNvSpPr txBox="1"/>
          <p:nvPr/>
        </p:nvSpPr>
        <p:spPr>
          <a:xfrm>
            <a:off x="608076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arc</a:t>
            </a:r>
            <a:endParaRPr lang="en-US" dirty="0"/>
          </a:p>
        </p:txBody>
      </p:sp>
      <p:sp>
        <p:nvSpPr>
          <p:cNvPr id="37" name="leftBracket"/>
          <p:cNvSpPr/>
          <p:nvPr/>
        </p:nvSpPr>
        <p:spPr>
          <a:xfrm>
            <a:off x="7699248" y="4009644"/>
            <a:ext cx="1060704" cy="1003554"/>
          </a:xfrm>
          <a:prstGeom prst="leftBracket">
            <a:avLst/>
          </a:prstGeom>
          <a:noFill/>
          <a:ln w="38100">
            <a:solidFill>
              <a:srgbClr val="70AD47"/>
            </a:solidFill>
            <a:tailEnd type="triangle" w="med" len="med"/>
          </a:ln>
        </p:spPr>
      </p:sp>
      <p:sp>
        <p:nvSpPr>
          <p:cNvPr id="38" name="TextBox 38"/>
          <p:cNvSpPr txBox="1"/>
          <p:nvPr/>
        </p:nvSpPr>
        <p:spPr>
          <a:xfrm>
            <a:off x="75438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leftBracket</a:t>
            </a:r>
            <a:endParaRPr lang="en-US" dirty="0"/>
          </a:p>
        </p:txBody>
      </p:sp>
      <p:sp>
        <p:nvSpPr>
          <p:cNvPr id="39" name="rightBracket"/>
          <p:cNvSpPr/>
          <p:nvPr/>
        </p:nvSpPr>
        <p:spPr>
          <a:xfrm>
            <a:off x="384048" y="5397246"/>
            <a:ext cx="1060704" cy="1003554"/>
          </a:xfrm>
          <a:prstGeom prst="rightBracket">
            <a:avLst/>
          </a:prstGeom>
          <a:noFill/>
          <a:ln w="38100">
            <a:solidFill>
              <a:srgbClr val="4472C4"/>
            </a:solidFill>
            <a:tailEnd type="triangle" w="med" len="med"/>
          </a:ln>
        </p:spPr>
      </p:sp>
      <p:sp>
        <p:nvSpPr>
          <p:cNvPr id="40" name="TextBox 40"/>
          <p:cNvSpPr txBox="1"/>
          <p:nvPr/>
        </p:nvSpPr>
        <p:spPr>
          <a:xfrm>
            <a:off x="2286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rightBracket</a:t>
            </a:r>
            <a:endParaRPr lang="en-US" dirty="0"/>
          </a:p>
        </p:txBody>
      </p:sp>
      <p:sp>
        <p:nvSpPr>
          <p:cNvPr id="41" name="leftBrace"/>
          <p:cNvSpPr/>
          <p:nvPr/>
        </p:nvSpPr>
        <p:spPr>
          <a:xfrm>
            <a:off x="1847088" y="5397246"/>
            <a:ext cx="1060704" cy="1003554"/>
          </a:xfrm>
          <a:prstGeom prst="leftBrace">
            <a:avLst/>
          </a:prstGeom>
          <a:noFill/>
          <a:ln w="38100">
            <a:solidFill>
              <a:srgbClr val="ED7D31"/>
            </a:solidFill>
            <a:tailEnd type="triangle" w="med" len="med"/>
          </a:ln>
        </p:spPr>
      </p:sp>
      <p:sp>
        <p:nvSpPr>
          <p:cNvPr id="42" name="TextBox 42"/>
          <p:cNvSpPr txBox="1"/>
          <p:nvPr/>
        </p:nvSpPr>
        <p:spPr>
          <a:xfrm>
            <a:off x="169164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leftBrace</a:t>
            </a:r>
            <a:endParaRPr lang="en-US" dirty="0"/>
          </a:p>
        </p:txBody>
      </p:sp>
      <p:sp>
        <p:nvSpPr>
          <p:cNvPr id="43" name="rightBrace"/>
          <p:cNvSpPr/>
          <p:nvPr/>
        </p:nvSpPr>
        <p:spPr>
          <a:xfrm>
            <a:off x="3310128" y="5397246"/>
            <a:ext cx="1060704" cy="1003554"/>
          </a:xfrm>
          <a:prstGeom prst="rightBrace">
            <a:avLst/>
          </a:prstGeom>
          <a:noFill/>
          <a:ln w="38100">
            <a:solidFill>
              <a:srgbClr val="A5A5A5"/>
            </a:solidFill>
            <a:tailEnd type="triangle" w="med" len="med"/>
          </a:ln>
        </p:spPr>
      </p:sp>
      <p:sp>
        <p:nvSpPr>
          <p:cNvPr id="44" name="TextBox 44"/>
          <p:cNvSpPr txBox="1"/>
          <p:nvPr/>
        </p:nvSpPr>
        <p:spPr>
          <a:xfrm>
            <a:off x="315468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rightBrace</a:t>
            </a:r>
            <a:endParaRPr lang="en-US" dirty="0"/>
          </a:p>
        </p:txBody>
      </p:sp>
      <p:sp>
        <p:nvSpPr>
          <p:cNvPr id="45" name="bracketPair"/>
          <p:cNvSpPr/>
          <p:nvPr/>
        </p:nvSpPr>
        <p:spPr>
          <a:xfrm>
            <a:off x="4773168" y="5397246"/>
            <a:ext cx="1060704" cy="1003554"/>
          </a:xfrm>
          <a:prstGeom prst="bracketPair">
            <a:avLst/>
          </a:prstGeom>
          <a:noFill/>
          <a:ln w="38100">
            <a:solidFill>
              <a:srgbClr val="FFC000"/>
            </a:solidFill>
            <a:tailEnd type="triangle" w="med" len="med"/>
          </a:ln>
        </p:spPr>
      </p:sp>
      <p:sp>
        <p:nvSpPr>
          <p:cNvPr id="46" name="TextBox 46"/>
          <p:cNvSpPr txBox="1"/>
          <p:nvPr/>
        </p:nvSpPr>
        <p:spPr>
          <a:xfrm>
            <a:off x="461772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bracketPair</a:t>
            </a:r>
            <a:endParaRPr lang="en-US" dirty="0"/>
          </a:p>
        </p:txBody>
      </p:sp>
      <p:sp>
        <p:nvSpPr>
          <p:cNvPr id="47" name="bracePair"/>
          <p:cNvSpPr/>
          <p:nvPr/>
        </p:nvSpPr>
        <p:spPr>
          <a:xfrm>
            <a:off x="6236208" y="5397246"/>
            <a:ext cx="1060704" cy="1003554"/>
          </a:xfrm>
          <a:prstGeom prst="bracePair">
            <a:avLst/>
          </a:prstGeom>
          <a:noFill/>
          <a:ln w="38100">
            <a:solidFill>
              <a:srgbClr val="5B9BD5"/>
            </a:solidFill>
            <a:tailEnd type="triangle" w="med" len="med"/>
          </a:ln>
        </p:spPr>
      </p:sp>
      <p:sp>
        <p:nvSpPr>
          <p:cNvPr id="48" name="TextBox 48"/>
          <p:cNvSpPr txBox="1"/>
          <p:nvPr/>
        </p:nvSpPr>
        <p:spPr>
          <a:xfrm>
            <a:off x="608076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bracePair</a:t>
            </a:r>
            <a:endParaRPr lang="en-US" dirty="0"/>
          </a:p>
        </p:txBody>
      </p:sp>
      <p:sp>
        <p:nvSpPr>
          <p:cNvPr id="49" name="straightConnector1"/>
          <p:cNvSpPr/>
          <p:nvPr/>
        </p:nvSpPr>
        <p:spPr>
          <a:xfrm>
            <a:off x="7699248" y="5397246"/>
            <a:ext cx="1060704" cy="1003554"/>
          </a:xfrm>
          <a:prstGeom prst="straightConnector1">
            <a:avLst/>
          </a:prstGeom>
          <a:noFill/>
          <a:ln w="38100">
            <a:solidFill>
              <a:srgbClr val="70AD47"/>
            </a:solidFill>
            <a:tailEnd type="triangle" w="med" len="med"/>
          </a:ln>
        </p:spPr>
      </p:sp>
      <p:sp>
        <p:nvSpPr>
          <p:cNvPr id="50" name="TextBox 50"/>
          <p:cNvSpPr txBox="1"/>
          <p:nvPr/>
        </p:nvSpPr>
        <p:spPr>
          <a:xfrm>
            <a:off x="75438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straightConnector1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Preset geometries 97-120</a:t>
            </a:r>
          </a:p>
        </p:txBody>
      </p:sp>
      <p:sp>
        <p:nvSpPr>
          <p:cNvPr id="3" name="bentConnector2"/>
          <p:cNvSpPr/>
          <p:nvPr/>
        </p:nvSpPr>
        <p:spPr>
          <a:xfrm>
            <a:off x="384048" y="1234440"/>
            <a:ext cx="1060704" cy="1003554"/>
          </a:xfrm>
          <a:prstGeom prst="bentConnector2">
            <a:avLst/>
          </a:prstGeom>
          <a:noFill/>
          <a:ln w="38100">
            <a:solidFill>
              <a:srgbClr val="4472C4"/>
            </a:solidFill>
            <a:tailEnd type="triangle" w="med" len="med"/>
          </a:ln>
        </p:spPr>
      </p:sp>
      <p:sp>
        <p:nvSpPr>
          <p:cNvPr id="4" name="TextBox 4"/>
          <p:cNvSpPr txBox="1"/>
          <p:nvPr/>
        </p:nvSpPr>
        <p:spPr>
          <a:xfrm>
            <a:off x="2286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bentConnector2</a:t>
            </a:r>
            <a:endParaRPr lang="en-US" dirty="0"/>
          </a:p>
        </p:txBody>
      </p:sp>
      <p:sp>
        <p:nvSpPr>
          <p:cNvPr id="5" name="bentConnector3"/>
          <p:cNvSpPr/>
          <p:nvPr/>
        </p:nvSpPr>
        <p:spPr>
          <a:xfrm>
            <a:off x="1847088" y="1234440"/>
            <a:ext cx="1060704" cy="1003554"/>
          </a:xfrm>
          <a:prstGeom prst="bentConnector3">
            <a:avLst/>
          </a:prstGeom>
          <a:noFill/>
          <a:ln w="38100">
            <a:solidFill>
              <a:srgbClr val="ED7D31"/>
            </a:solidFill>
            <a:tailEnd type="triangle" w="med" len="med"/>
          </a:ln>
        </p:spPr>
      </p:sp>
      <p:sp>
        <p:nvSpPr>
          <p:cNvPr id="6" name="TextBox 6"/>
          <p:cNvSpPr txBox="1"/>
          <p:nvPr/>
        </p:nvSpPr>
        <p:spPr>
          <a:xfrm>
            <a:off x="169164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bentConnector3</a:t>
            </a:r>
            <a:endParaRPr lang="en-US" dirty="0"/>
          </a:p>
        </p:txBody>
      </p:sp>
      <p:sp>
        <p:nvSpPr>
          <p:cNvPr id="7" name="bentConnector4"/>
          <p:cNvSpPr/>
          <p:nvPr/>
        </p:nvSpPr>
        <p:spPr>
          <a:xfrm>
            <a:off x="3310128" y="1234440"/>
            <a:ext cx="1060704" cy="1003554"/>
          </a:xfrm>
          <a:prstGeom prst="bentConnector4">
            <a:avLst/>
          </a:prstGeom>
          <a:noFill/>
          <a:ln w="38100">
            <a:solidFill>
              <a:srgbClr val="A5A5A5"/>
            </a:solidFill>
            <a:tailEnd type="triangle" w="med" len="med"/>
          </a:ln>
        </p:spPr>
      </p:sp>
      <p:sp>
        <p:nvSpPr>
          <p:cNvPr id="8" name="TextBox 8"/>
          <p:cNvSpPr txBox="1"/>
          <p:nvPr/>
        </p:nvSpPr>
        <p:spPr>
          <a:xfrm>
            <a:off x="315468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bentConnector4</a:t>
            </a:r>
            <a:endParaRPr lang="en-US" dirty="0"/>
          </a:p>
        </p:txBody>
      </p:sp>
      <p:sp>
        <p:nvSpPr>
          <p:cNvPr id="9" name="bentConnector5"/>
          <p:cNvSpPr/>
          <p:nvPr/>
        </p:nvSpPr>
        <p:spPr>
          <a:xfrm>
            <a:off x="4773168" y="1234440"/>
            <a:ext cx="1060704" cy="1003554"/>
          </a:xfrm>
          <a:prstGeom prst="bentConnector5">
            <a:avLst/>
          </a:prstGeom>
          <a:noFill/>
          <a:ln w="38100">
            <a:solidFill>
              <a:srgbClr val="FFC000"/>
            </a:solidFill>
            <a:tailEnd type="triangle" w="med" len="med"/>
          </a:ln>
        </p:spPr>
      </p:sp>
      <p:sp>
        <p:nvSpPr>
          <p:cNvPr id="10" name="TextBox 10"/>
          <p:cNvSpPr txBox="1"/>
          <p:nvPr/>
        </p:nvSpPr>
        <p:spPr>
          <a:xfrm>
            <a:off x="461772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bentConnector5</a:t>
            </a:r>
            <a:endParaRPr lang="en-US" dirty="0"/>
          </a:p>
        </p:txBody>
      </p:sp>
      <p:sp>
        <p:nvSpPr>
          <p:cNvPr id="11" name="curvedConnector2"/>
          <p:cNvSpPr/>
          <p:nvPr/>
        </p:nvSpPr>
        <p:spPr>
          <a:xfrm>
            <a:off x="6236208" y="1234440"/>
            <a:ext cx="1060704" cy="1003554"/>
          </a:xfrm>
          <a:prstGeom prst="curvedConnector2">
            <a:avLst/>
          </a:prstGeom>
          <a:noFill/>
          <a:ln w="38100">
            <a:solidFill>
              <a:srgbClr val="5B9BD5"/>
            </a:solidFill>
            <a:tailEnd type="triangle" w="med" len="med"/>
          </a:ln>
        </p:spPr>
      </p:sp>
      <p:sp>
        <p:nvSpPr>
          <p:cNvPr id="12" name="TextBox 12"/>
          <p:cNvSpPr txBox="1"/>
          <p:nvPr/>
        </p:nvSpPr>
        <p:spPr>
          <a:xfrm>
            <a:off x="608076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curvedConnector2</a:t>
            </a:r>
            <a:endParaRPr lang="en-US" dirty="0"/>
          </a:p>
        </p:txBody>
      </p:sp>
      <p:sp>
        <p:nvSpPr>
          <p:cNvPr id="13" name="curvedConnector3"/>
          <p:cNvSpPr/>
          <p:nvPr/>
        </p:nvSpPr>
        <p:spPr>
          <a:xfrm>
            <a:off x="7699248" y="1234440"/>
            <a:ext cx="1060704" cy="1003554"/>
          </a:xfrm>
          <a:prstGeom prst="curvedConnector3">
            <a:avLst/>
          </a:prstGeom>
          <a:noFill/>
          <a:ln w="38100">
            <a:solidFill>
              <a:srgbClr val="70AD47"/>
            </a:solidFill>
            <a:tailEnd type="triangle" w="med" len="med"/>
          </a:ln>
        </p:spPr>
      </p:sp>
      <p:sp>
        <p:nvSpPr>
          <p:cNvPr id="14" name="TextBox 14"/>
          <p:cNvSpPr txBox="1"/>
          <p:nvPr/>
        </p:nvSpPr>
        <p:spPr>
          <a:xfrm>
            <a:off x="75438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curvedConnector3</a:t>
            </a:r>
            <a:endParaRPr lang="en-US" dirty="0"/>
          </a:p>
        </p:txBody>
      </p:sp>
      <p:sp>
        <p:nvSpPr>
          <p:cNvPr id="15" name="curvedConnector4"/>
          <p:cNvSpPr/>
          <p:nvPr/>
        </p:nvSpPr>
        <p:spPr>
          <a:xfrm>
            <a:off x="384048" y="2622042"/>
            <a:ext cx="1060704" cy="1003554"/>
          </a:xfrm>
          <a:prstGeom prst="curvedConnector4">
            <a:avLst/>
          </a:prstGeom>
          <a:noFill/>
          <a:ln w="38100">
            <a:solidFill>
              <a:srgbClr val="4472C4"/>
            </a:solidFill>
            <a:tailEnd type="triangle" w="med" len="med"/>
          </a:ln>
        </p:spPr>
      </p:sp>
      <p:sp>
        <p:nvSpPr>
          <p:cNvPr id="16" name="TextBox 16"/>
          <p:cNvSpPr txBox="1"/>
          <p:nvPr/>
        </p:nvSpPr>
        <p:spPr>
          <a:xfrm>
            <a:off x="2286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curvedConnector4</a:t>
            </a:r>
            <a:endParaRPr lang="en-US" dirty="0"/>
          </a:p>
        </p:txBody>
      </p:sp>
      <p:sp>
        <p:nvSpPr>
          <p:cNvPr id="17" name="curvedConnector5"/>
          <p:cNvSpPr/>
          <p:nvPr/>
        </p:nvSpPr>
        <p:spPr>
          <a:xfrm>
            <a:off x="1847088" y="2622042"/>
            <a:ext cx="1060704" cy="1003554"/>
          </a:xfrm>
          <a:prstGeom prst="curvedConnector5">
            <a:avLst/>
          </a:prstGeom>
          <a:noFill/>
          <a:ln w="38100">
            <a:solidFill>
              <a:srgbClr val="ED7D31"/>
            </a:solidFill>
            <a:tailEnd type="triangle" w="med" len="med"/>
          </a:ln>
        </p:spPr>
      </p:sp>
      <p:sp>
        <p:nvSpPr>
          <p:cNvPr id="18" name="TextBox 18"/>
          <p:cNvSpPr txBox="1"/>
          <p:nvPr/>
        </p:nvSpPr>
        <p:spPr>
          <a:xfrm>
            <a:off x="169164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curvedConnector5</a:t>
            </a:r>
            <a:endParaRPr lang="en-US" dirty="0"/>
          </a:p>
        </p:txBody>
      </p:sp>
      <p:sp>
        <p:nvSpPr>
          <p:cNvPr id="19" name="callout1"/>
          <p:cNvSpPr/>
          <p:nvPr/>
        </p:nvSpPr>
        <p:spPr>
          <a:xfrm>
            <a:off x="3310128" y="2622042"/>
            <a:ext cx="1060704" cy="1003554"/>
          </a:xfrm>
          <a:prstGeom prst="callout1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315468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callout1</a:t>
            </a:r>
            <a:endParaRPr lang="en-US" dirty="0"/>
          </a:p>
        </p:txBody>
      </p:sp>
      <p:sp>
        <p:nvSpPr>
          <p:cNvPr id="21" name="callout2"/>
          <p:cNvSpPr/>
          <p:nvPr/>
        </p:nvSpPr>
        <p:spPr>
          <a:xfrm>
            <a:off x="4773168" y="2622042"/>
            <a:ext cx="1060704" cy="1003554"/>
          </a:xfrm>
          <a:prstGeom prst="callout2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2" name="TextBox 22"/>
          <p:cNvSpPr txBox="1"/>
          <p:nvPr/>
        </p:nvSpPr>
        <p:spPr>
          <a:xfrm>
            <a:off x="461772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callout2</a:t>
            </a:r>
            <a:endParaRPr lang="en-US" dirty="0"/>
          </a:p>
        </p:txBody>
      </p:sp>
      <p:sp>
        <p:nvSpPr>
          <p:cNvPr id="23" name="callout3"/>
          <p:cNvSpPr/>
          <p:nvPr/>
        </p:nvSpPr>
        <p:spPr>
          <a:xfrm>
            <a:off x="6236208" y="2622042"/>
            <a:ext cx="1060704" cy="1003554"/>
          </a:xfrm>
          <a:prstGeom prst="callout3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608076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callout3</a:t>
            </a:r>
            <a:endParaRPr lang="en-US" dirty="0"/>
          </a:p>
        </p:txBody>
      </p:sp>
      <p:sp>
        <p:nvSpPr>
          <p:cNvPr id="25" name="accentCallout1"/>
          <p:cNvSpPr/>
          <p:nvPr/>
        </p:nvSpPr>
        <p:spPr>
          <a:xfrm>
            <a:off x="7699248" y="2622042"/>
            <a:ext cx="1060704" cy="1003554"/>
          </a:xfrm>
          <a:prstGeom prst="accentCallout1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75438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accentCallout1</a:t>
            </a:r>
            <a:endParaRPr lang="en-US" dirty="0"/>
          </a:p>
        </p:txBody>
      </p:sp>
      <p:sp>
        <p:nvSpPr>
          <p:cNvPr id="27" name="accentCallout2"/>
          <p:cNvSpPr/>
          <p:nvPr/>
        </p:nvSpPr>
        <p:spPr>
          <a:xfrm>
            <a:off x="384048" y="4009644"/>
            <a:ext cx="1060704" cy="1003554"/>
          </a:xfrm>
          <a:prstGeom prst="accentCallout2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2286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accentCallout2</a:t>
            </a:r>
            <a:endParaRPr lang="en-US" dirty="0"/>
          </a:p>
        </p:txBody>
      </p:sp>
      <p:sp>
        <p:nvSpPr>
          <p:cNvPr id="29" name="accentCallout3"/>
          <p:cNvSpPr/>
          <p:nvPr/>
        </p:nvSpPr>
        <p:spPr>
          <a:xfrm>
            <a:off x="1847088" y="4009644"/>
            <a:ext cx="1060704" cy="1003554"/>
          </a:xfrm>
          <a:prstGeom prst="accentCallout3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69164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accentCallout3</a:t>
            </a:r>
            <a:endParaRPr lang="en-US" dirty="0"/>
          </a:p>
        </p:txBody>
      </p:sp>
      <p:sp>
        <p:nvSpPr>
          <p:cNvPr id="31" name="borderCallout1"/>
          <p:cNvSpPr/>
          <p:nvPr/>
        </p:nvSpPr>
        <p:spPr>
          <a:xfrm>
            <a:off x="3310128" y="4009644"/>
            <a:ext cx="1060704" cy="1003554"/>
          </a:xfrm>
          <a:prstGeom prst="borderCallout1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2" name="TextBox 32"/>
          <p:cNvSpPr txBox="1"/>
          <p:nvPr/>
        </p:nvSpPr>
        <p:spPr>
          <a:xfrm>
            <a:off x="315468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borderCallout1</a:t>
            </a:r>
            <a:endParaRPr lang="en-US" dirty="0"/>
          </a:p>
        </p:txBody>
      </p:sp>
      <p:sp>
        <p:nvSpPr>
          <p:cNvPr id="33" name="borderCallout2"/>
          <p:cNvSpPr/>
          <p:nvPr/>
        </p:nvSpPr>
        <p:spPr>
          <a:xfrm>
            <a:off x="4773168" y="4009644"/>
            <a:ext cx="1060704" cy="1003554"/>
          </a:xfrm>
          <a:prstGeom prst="borderCallout2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461772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borderCallout2</a:t>
            </a:r>
            <a:endParaRPr lang="en-US" dirty="0"/>
          </a:p>
        </p:txBody>
      </p:sp>
      <p:sp>
        <p:nvSpPr>
          <p:cNvPr id="35" name="borderCallout3"/>
          <p:cNvSpPr/>
          <p:nvPr/>
        </p:nvSpPr>
        <p:spPr>
          <a:xfrm>
            <a:off x="6236208" y="4009644"/>
            <a:ext cx="1060704" cy="1003554"/>
          </a:xfrm>
          <a:prstGeom prst="borderCallout3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6" name="TextBox 36"/>
          <p:cNvSpPr txBox="1"/>
          <p:nvPr/>
        </p:nvSpPr>
        <p:spPr>
          <a:xfrm>
            <a:off x="608076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borderCallout3</a:t>
            </a:r>
            <a:endParaRPr lang="en-US" dirty="0"/>
          </a:p>
        </p:txBody>
      </p:sp>
      <p:sp>
        <p:nvSpPr>
          <p:cNvPr id="37" name="accentBorderCallout1"/>
          <p:cNvSpPr/>
          <p:nvPr/>
        </p:nvSpPr>
        <p:spPr>
          <a:xfrm>
            <a:off x="7699248" y="4009644"/>
            <a:ext cx="1060704" cy="1003554"/>
          </a:xfrm>
          <a:prstGeom prst="accentBorderCallout1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8" name="TextBox 38"/>
          <p:cNvSpPr txBox="1"/>
          <p:nvPr/>
        </p:nvSpPr>
        <p:spPr>
          <a:xfrm>
            <a:off x="75438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accentBorderCallout1</a:t>
            </a:r>
            <a:endParaRPr lang="en-US" dirty="0"/>
          </a:p>
        </p:txBody>
      </p:sp>
      <p:sp>
        <p:nvSpPr>
          <p:cNvPr id="39" name="accentBorderCallout2"/>
          <p:cNvSpPr/>
          <p:nvPr/>
        </p:nvSpPr>
        <p:spPr>
          <a:xfrm>
            <a:off x="384048" y="5397246"/>
            <a:ext cx="1060704" cy="1003554"/>
          </a:xfrm>
          <a:prstGeom prst="accentBorderCallout2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0" name="TextBox 40"/>
          <p:cNvSpPr txBox="1"/>
          <p:nvPr/>
        </p:nvSpPr>
        <p:spPr>
          <a:xfrm>
            <a:off x="2286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accentBorderCallout2</a:t>
            </a:r>
            <a:endParaRPr lang="en-US" dirty="0"/>
          </a:p>
        </p:txBody>
      </p:sp>
      <p:sp>
        <p:nvSpPr>
          <p:cNvPr id="41" name="accentBorderCallout3"/>
          <p:cNvSpPr/>
          <p:nvPr/>
        </p:nvSpPr>
        <p:spPr>
          <a:xfrm>
            <a:off x="1847088" y="5397246"/>
            <a:ext cx="1060704" cy="1003554"/>
          </a:xfrm>
          <a:prstGeom prst="accentBorderCallout3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2" name="TextBox 42"/>
          <p:cNvSpPr txBox="1"/>
          <p:nvPr/>
        </p:nvSpPr>
        <p:spPr>
          <a:xfrm>
            <a:off x="169164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accentBorderCallout3</a:t>
            </a:r>
            <a:endParaRPr lang="en-US" dirty="0"/>
          </a:p>
        </p:txBody>
      </p:sp>
      <p:sp>
        <p:nvSpPr>
          <p:cNvPr id="43" name="wedgeRectCallout"/>
          <p:cNvSpPr/>
          <p:nvPr/>
        </p:nvSpPr>
        <p:spPr>
          <a:xfrm>
            <a:off x="3310128" y="5397246"/>
            <a:ext cx="1060704" cy="1003554"/>
          </a:xfrm>
          <a:prstGeom prst="wedgeRectCallou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4" name="TextBox 44"/>
          <p:cNvSpPr txBox="1"/>
          <p:nvPr/>
        </p:nvSpPr>
        <p:spPr>
          <a:xfrm>
            <a:off x="315468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wedgeRectCallout</a:t>
            </a:r>
            <a:endParaRPr lang="en-US" dirty="0"/>
          </a:p>
        </p:txBody>
      </p:sp>
      <p:sp>
        <p:nvSpPr>
          <p:cNvPr id="45" name="wedgeRoundRectCallout"/>
          <p:cNvSpPr/>
          <p:nvPr/>
        </p:nvSpPr>
        <p:spPr>
          <a:xfrm>
            <a:off x="4773168" y="5397246"/>
            <a:ext cx="1060704" cy="1003554"/>
          </a:xfrm>
          <a:prstGeom prst="wedgeRoundRectCallout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6" name="TextBox 46"/>
          <p:cNvSpPr txBox="1"/>
          <p:nvPr/>
        </p:nvSpPr>
        <p:spPr>
          <a:xfrm>
            <a:off x="461772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wedgeRoundRectCallout</a:t>
            </a:r>
            <a:endParaRPr lang="en-US" dirty="0"/>
          </a:p>
        </p:txBody>
      </p:sp>
      <p:sp>
        <p:nvSpPr>
          <p:cNvPr id="47" name="wedgeEllipseCallout"/>
          <p:cNvSpPr/>
          <p:nvPr/>
        </p:nvSpPr>
        <p:spPr>
          <a:xfrm>
            <a:off x="6236208" y="5397246"/>
            <a:ext cx="1060704" cy="1003554"/>
          </a:xfrm>
          <a:prstGeom prst="wedgeEllipseCallout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608076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wedgeEllipseCallout</a:t>
            </a:r>
            <a:endParaRPr lang="en-US" dirty="0"/>
          </a:p>
        </p:txBody>
      </p:sp>
      <p:sp>
        <p:nvSpPr>
          <p:cNvPr id="49" name="cloudCallout"/>
          <p:cNvSpPr/>
          <p:nvPr/>
        </p:nvSpPr>
        <p:spPr>
          <a:xfrm>
            <a:off x="7699248" y="5397246"/>
            <a:ext cx="1060704" cy="1003554"/>
          </a:xfrm>
          <a:prstGeom prst="cloudCallout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50" name="TextBox 50"/>
          <p:cNvSpPr txBox="1"/>
          <p:nvPr/>
        </p:nvSpPr>
        <p:spPr>
          <a:xfrm>
            <a:off x="75438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cloudCallout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Preset geometries 121-144</a:t>
            </a:r>
          </a:p>
        </p:txBody>
      </p:sp>
      <p:sp>
        <p:nvSpPr>
          <p:cNvPr id="3" name="cloud"/>
          <p:cNvSpPr/>
          <p:nvPr/>
        </p:nvSpPr>
        <p:spPr>
          <a:xfrm>
            <a:off x="384048" y="1234440"/>
            <a:ext cx="1060704" cy="1003554"/>
          </a:xfrm>
          <a:prstGeom prst="cloud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286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cloud</a:t>
            </a:r>
            <a:endParaRPr lang="en-US" dirty="0"/>
          </a:p>
        </p:txBody>
      </p:sp>
      <p:sp>
        <p:nvSpPr>
          <p:cNvPr id="5" name="ribbon"/>
          <p:cNvSpPr/>
          <p:nvPr/>
        </p:nvSpPr>
        <p:spPr>
          <a:xfrm>
            <a:off x="1847088" y="1234440"/>
            <a:ext cx="1060704" cy="1003554"/>
          </a:xfrm>
          <a:prstGeom prst="ribbon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69164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ribbon</a:t>
            </a:r>
            <a:endParaRPr lang="en-US" dirty="0"/>
          </a:p>
        </p:txBody>
      </p:sp>
      <p:sp>
        <p:nvSpPr>
          <p:cNvPr id="7" name="ribbon2"/>
          <p:cNvSpPr/>
          <p:nvPr/>
        </p:nvSpPr>
        <p:spPr>
          <a:xfrm>
            <a:off x="3310128" y="1234440"/>
            <a:ext cx="1060704" cy="1003554"/>
          </a:xfrm>
          <a:prstGeom prst="ribbon2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15468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ribbon2</a:t>
            </a:r>
            <a:endParaRPr lang="en-US" dirty="0"/>
          </a:p>
        </p:txBody>
      </p:sp>
      <p:sp>
        <p:nvSpPr>
          <p:cNvPr id="9" name="ellipseRibbon"/>
          <p:cNvSpPr/>
          <p:nvPr/>
        </p:nvSpPr>
        <p:spPr>
          <a:xfrm>
            <a:off x="4773168" y="1234440"/>
            <a:ext cx="1060704" cy="1003554"/>
          </a:xfrm>
          <a:prstGeom prst="ellipseRibbon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61772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ellipseRibbon</a:t>
            </a:r>
            <a:endParaRPr lang="en-US" dirty="0"/>
          </a:p>
        </p:txBody>
      </p:sp>
      <p:sp>
        <p:nvSpPr>
          <p:cNvPr id="11" name="ellipseRibbon2"/>
          <p:cNvSpPr/>
          <p:nvPr/>
        </p:nvSpPr>
        <p:spPr>
          <a:xfrm>
            <a:off x="6236208" y="1234440"/>
            <a:ext cx="1060704" cy="1003554"/>
          </a:xfrm>
          <a:prstGeom prst="ellipseRibbon2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08076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ellipseRibbon2</a:t>
            </a:r>
            <a:endParaRPr lang="en-US" dirty="0"/>
          </a:p>
        </p:txBody>
      </p:sp>
      <p:sp>
        <p:nvSpPr>
          <p:cNvPr id="13" name="leftRightRibbon"/>
          <p:cNvSpPr/>
          <p:nvPr/>
        </p:nvSpPr>
        <p:spPr>
          <a:xfrm>
            <a:off x="7699248" y="1234440"/>
            <a:ext cx="1060704" cy="1003554"/>
          </a:xfrm>
          <a:prstGeom prst="leftRightRibbon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5438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leftRightRibbon</a:t>
            </a:r>
            <a:endParaRPr lang="en-US" dirty="0"/>
          </a:p>
        </p:txBody>
      </p:sp>
      <p:sp>
        <p:nvSpPr>
          <p:cNvPr id="15" name="verticalScroll"/>
          <p:cNvSpPr/>
          <p:nvPr/>
        </p:nvSpPr>
        <p:spPr>
          <a:xfrm>
            <a:off x="384048" y="2622042"/>
            <a:ext cx="1060704" cy="1003554"/>
          </a:xfrm>
          <a:prstGeom prst="verticalScroll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286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verticalScroll</a:t>
            </a:r>
            <a:endParaRPr lang="en-US" dirty="0"/>
          </a:p>
        </p:txBody>
      </p:sp>
      <p:sp>
        <p:nvSpPr>
          <p:cNvPr id="17" name="horizontalScroll"/>
          <p:cNvSpPr/>
          <p:nvPr/>
        </p:nvSpPr>
        <p:spPr>
          <a:xfrm>
            <a:off x="1847088" y="2622042"/>
            <a:ext cx="1060704" cy="1003554"/>
          </a:xfrm>
          <a:prstGeom prst="horizontalScroll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169164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horizontalScroll</a:t>
            </a:r>
            <a:endParaRPr lang="en-US" dirty="0"/>
          </a:p>
        </p:txBody>
      </p:sp>
      <p:sp>
        <p:nvSpPr>
          <p:cNvPr id="19" name="wave"/>
          <p:cNvSpPr/>
          <p:nvPr/>
        </p:nvSpPr>
        <p:spPr>
          <a:xfrm>
            <a:off x="3310128" y="2622042"/>
            <a:ext cx="1060704" cy="1003554"/>
          </a:xfrm>
          <a:prstGeom prst="wave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315468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wave</a:t>
            </a:r>
            <a:endParaRPr lang="en-US" dirty="0"/>
          </a:p>
        </p:txBody>
      </p:sp>
      <p:sp>
        <p:nvSpPr>
          <p:cNvPr id="21" name="doubleWave"/>
          <p:cNvSpPr/>
          <p:nvPr/>
        </p:nvSpPr>
        <p:spPr>
          <a:xfrm>
            <a:off x="4773168" y="2622042"/>
            <a:ext cx="1060704" cy="1003554"/>
          </a:xfrm>
          <a:prstGeom prst="doubleWave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2" name="TextBox 22"/>
          <p:cNvSpPr txBox="1"/>
          <p:nvPr/>
        </p:nvSpPr>
        <p:spPr>
          <a:xfrm>
            <a:off x="461772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doubleWave</a:t>
            </a:r>
            <a:endParaRPr lang="en-US" dirty="0"/>
          </a:p>
        </p:txBody>
      </p:sp>
      <p:sp>
        <p:nvSpPr>
          <p:cNvPr id="23" name="plus"/>
          <p:cNvSpPr/>
          <p:nvPr/>
        </p:nvSpPr>
        <p:spPr>
          <a:xfrm>
            <a:off x="6236208" y="2622042"/>
            <a:ext cx="1060704" cy="1003554"/>
          </a:xfrm>
          <a:prstGeom prst="plus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608076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plus</a:t>
            </a:r>
            <a:endParaRPr lang="en-US" dirty="0"/>
          </a:p>
        </p:txBody>
      </p:sp>
      <p:sp>
        <p:nvSpPr>
          <p:cNvPr id="25" name="flowChartProcess"/>
          <p:cNvSpPr/>
          <p:nvPr/>
        </p:nvSpPr>
        <p:spPr>
          <a:xfrm>
            <a:off x="7699248" y="2622042"/>
            <a:ext cx="1060704" cy="1003554"/>
          </a:xfrm>
          <a:prstGeom prst="flowChartProcess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75438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flowChartProcess</a:t>
            </a:r>
            <a:endParaRPr lang="en-US" dirty="0"/>
          </a:p>
        </p:txBody>
      </p:sp>
      <p:sp>
        <p:nvSpPr>
          <p:cNvPr id="27" name="flowChartDecision"/>
          <p:cNvSpPr/>
          <p:nvPr/>
        </p:nvSpPr>
        <p:spPr>
          <a:xfrm>
            <a:off x="384048" y="4009644"/>
            <a:ext cx="1060704" cy="1003554"/>
          </a:xfrm>
          <a:prstGeom prst="flowChartDecision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2286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flowChartDecision</a:t>
            </a:r>
            <a:endParaRPr lang="en-US" dirty="0"/>
          </a:p>
        </p:txBody>
      </p:sp>
      <p:sp>
        <p:nvSpPr>
          <p:cNvPr id="29" name="flowChartInputOutput"/>
          <p:cNvSpPr/>
          <p:nvPr/>
        </p:nvSpPr>
        <p:spPr>
          <a:xfrm>
            <a:off x="1847088" y="4009644"/>
            <a:ext cx="1060704" cy="1003554"/>
          </a:xfrm>
          <a:prstGeom prst="flowChartInputOutput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69164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flowChartInputOutput</a:t>
            </a:r>
            <a:endParaRPr lang="en-US" dirty="0"/>
          </a:p>
        </p:txBody>
      </p:sp>
      <p:sp>
        <p:nvSpPr>
          <p:cNvPr id="31" name="flowChartPredefinedProcess"/>
          <p:cNvSpPr/>
          <p:nvPr/>
        </p:nvSpPr>
        <p:spPr>
          <a:xfrm>
            <a:off x="3310128" y="4009644"/>
            <a:ext cx="1060704" cy="1003554"/>
          </a:xfrm>
          <a:prstGeom prst="flowChartPredefinedProcess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2" name="TextBox 32"/>
          <p:cNvSpPr txBox="1"/>
          <p:nvPr/>
        </p:nvSpPr>
        <p:spPr>
          <a:xfrm>
            <a:off x="315468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flowChartPredefinedProcess</a:t>
            </a:r>
            <a:endParaRPr lang="en-US" dirty="0"/>
          </a:p>
        </p:txBody>
      </p:sp>
      <p:sp>
        <p:nvSpPr>
          <p:cNvPr id="33" name="flowChartInternalStorage"/>
          <p:cNvSpPr/>
          <p:nvPr/>
        </p:nvSpPr>
        <p:spPr>
          <a:xfrm>
            <a:off x="4773168" y="4009644"/>
            <a:ext cx="1060704" cy="1003554"/>
          </a:xfrm>
          <a:prstGeom prst="flowChartInternalStorage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461772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flowChartInternalStorage</a:t>
            </a:r>
            <a:endParaRPr lang="en-US" dirty="0"/>
          </a:p>
        </p:txBody>
      </p:sp>
      <p:sp>
        <p:nvSpPr>
          <p:cNvPr id="35" name="flowChartDocument"/>
          <p:cNvSpPr/>
          <p:nvPr/>
        </p:nvSpPr>
        <p:spPr>
          <a:xfrm>
            <a:off x="6236208" y="4009644"/>
            <a:ext cx="1060704" cy="1003554"/>
          </a:xfrm>
          <a:prstGeom prst="flowChartDocument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6" name="TextBox 36"/>
          <p:cNvSpPr txBox="1"/>
          <p:nvPr/>
        </p:nvSpPr>
        <p:spPr>
          <a:xfrm>
            <a:off x="608076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flowChartDocument</a:t>
            </a:r>
            <a:endParaRPr lang="en-US" dirty="0"/>
          </a:p>
        </p:txBody>
      </p:sp>
      <p:sp>
        <p:nvSpPr>
          <p:cNvPr id="37" name="flowChartMultidocument"/>
          <p:cNvSpPr/>
          <p:nvPr/>
        </p:nvSpPr>
        <p:spPr>
          <a:xfrm>
            <a:off x="7699248" y="4009644"/>
            <a:ext cx="1060704" cy="1003554"/>
          </a:xfrm>
          <a:prstGeom prst="flowChartMultidocument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8" name="TextBox 38"/>
          <p:cNvSpPr txBox="1"/>
          <p:nvPr/>
        </p:nvSpPr>
        <p:spPr>
          <a:xfrm>
            <a:off x="75438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flowChartMultidocument</a:t>
            </a:r>
            <a:endParaRPr lang="en-US" dirty="0"/>
          </a:p>
        </p:txBody>
      </p:sp>
      <p:sp>
        <p:nvSpPr>
          <p:cNvPr id="39" name="flowChartTerminator"/>
          <p:cNvSpPr/>
          <p:nvPr/>
        </p:nvSpPr>
        <p:spPr>
          <a:xfrm>
            <a:off x="384048" y="5397246"/>
            <a:ext cx="1060704" cy="1003554"/>
          </a:xfrm>
          <a:prstGeom prst="flowChartTerminator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0" name="TextBox 40"/>
          <p:cNvSpPr txBox="1"/>
          <p:nvPr/>
        </p:nvSpPr>
        <p:spPr>
          <a:xfrm>
            <a:off x="2286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flowChartTerminator</a:t>
            </a:r>
            <a:endParaRPr lang="en-US" dirty="0"/>
          </a:p>
        </p:txBody>
      </p:sp>
      <p:sp>
        <p:nvSpPr>
          <p:cNvPr id="41" name="flowChartPreparation"/>
          <p:cNvSpPr/>
          <p:nvPr/>
        </p:nvSpPr>
        <p:spPr>
          <a:xfrm>
            <a:off x="1847088" y="5397246"/>
            <a:ext cx="1060704" cy="1003554"/>
          </a:xfrm>
          <a:prstGeom prst="flowChartPreparation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2" name="TextBox 42"/>
          <p:cNvSpPr txBox="1"/>
          <p:nvPr/>
        </p:nvSpPr>
        <p:spPr>
          <a:xfrm>
            <a:off x="169164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flowChartPreparation</a:t>
            </a:r>
            <a:endParaRPr lang="en-US" dirty="0"/>
          </a:p>
        </p:txBody>
      </p:sp>
      <p:sp>
        <p:nvSpPr>
          <p:cNvPr id="43" name="flowChartManualInput"/>
          <p:cNvSpPr/>
          <p:nvPr/>
        </p:nvSpPr>
        <p:spPr>
          <a:xfrm>
            <a:off x="3310128" y="5397246"/>
            <a:ext cx="1060704" cy="1003554"/>
          </a:xfrm>
          <a:prstGeom prst="flowChartManualInpu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4" name="TextBox 44"/>
          <p:cNvSpPr txBox="1"/>
          <p:nvPr/>
        </p:nvSpPr>
        <p:spPr>
          <a:xfrm>
            <a:off x="315468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flowChartManualInput</a:t>
            </a:r>
            <a:endParaRPr lang="en-US" dirty="0"/>
          </a:p>
        </p:txBody>
      </p:sp>
      <p:sp>
        <p:nvSpPr>
          <p:cNvPr id="45" name="flowChartManualOperation"/>
          <p:cNvSpPr/>
          <p:nvPr/>
        </p:nvSpPr>
        <p:spPr>
          <a:xfrm>
            <a:off x="4773168" y="5397246"/>
            <a:ext cx="1060704" cy="1003554"/>
          </a:xfrm>
          <a:prstGeom prst="flowChartManualOperation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6" name="TextBox 46"/>
          <p:cNvSpPr txBox="1"/>
          <p:nvPr/>
        </p:nvSpPr>
        <p:spPr>
          <a:xfrm>
            <a:off x="461772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flowChartManualOperation</a:t>
            </a:r>
            <a:endParaRPr lang="en-US" dirty="0"/>
          </a:p>
        </p:txBody>
      </p:sp>
      <p:sp>
        <p:nvSpPr>
          <p:cNvPr id="47" name="flowChartConnector"/>
          <p:cNvSpPr/>
          <p:nvPr/>
        </p:nvSpPr>
        <p:spPr>
          <a:xfrm>
            <a:off x="6236208" y="5397246"/>
            <a:ext cx="1060704" cy="1003554"/>
          </a:xfrm>
          <a:prstGeom prst="flowChartConnector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608076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flowChartConnector</a:t>
            </a:r>
            <a:endParaRPr lang="en-US" dirty="0"/>
          </a:p>
        </p:txBody>
      </p:sp>
      <p:sp>
        <p:nvSpPr>
          <p:cNvPr id="49" name="flowChartPunchedCard"/>
          <p:cNvSpPr/>
          <p:nvPr/>
        </p:nvSpPr>
        <p:spPr>
          <a:xfrm>
            <a:off x="7699248" y="5397246"/>
            <a:ext cx="1060704" cy="1003554"/>
          </a:xfrm>
          <a:prstGeom prst="flowChartPunchedCard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50" name="TextBox 50"/>
          <p:cNvSpPr txBox="1"/>
          <p:nvPr/>
        </p:nvSpPr>
        <p:spPr>
          <a:xfrm>
            <a:off x="75438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flowChartPunchedCard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Preset geometries 145-168</a:t>
            </a:r>
          </a:p>
        </p:txBody>
      </p:sp>
      <p:sp>
        <p:nvSpPr>
          <p:cNvPr id="3" name="flowChartPunchedTape"/>
          <p:cNvSpPr/>
          <p:nvPr/>
        </p:nvSpPr>
        <p:spPr>
          <a:xfrm>
            <a:off x="384048" y="1234440"/>
            <a:ext cx="1060704" cy="1003554"/>
          </a:xfrm>
          <a:prstGeom prst="flowChartPunchedTap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286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flowChartPunchedTape</a:t>
            </a:r>
            <a:endParaRPr lang="en-US" dirty="0"/>
          </a:p>
        </p:txBody>
      </p:sp>
      <p:sp>
        <p:nvSpPr>
          <p:cNvPr id="5" name="flowChartSummingJunction"/>
          <p:cNvSpPr/>
          <p:nvPr/>
        </p:nvSpPr>
        <p:spPr>
          <a:xfrm>
            <a:off x="1847088" y="1234440"/>
            <a:ext cx="1060704" cy="1003554"/>
          </a:xfrm>
          <a:prstGeom prst="flowChartSummingJunction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69164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flowChartSummingJunction</a:t>
            </a:r>
            <a:endParaRPr lang="en-US" dirty="0"/>
          </a:p>
        </p:txBody>
      </p:sp>
      <p:sp>
        <p:nvSpPr>
          <p:cNvPr id="7" name="flowChartOr"/>
          <p:cNvSpPr/>
          <p:nvPr/>
        </p:nvSpPr>
        <p:spPr>
          <a:xfrm>
            <a:off x="3310128" y="1234440"/>
            <a:ext cx="1060704" cy="1003554"/>
          </a:xfrm>
          <a:prstGeom prst="flowChartOr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15468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flowChartOr</a:t>
            </a:r>
            <a:endParaRPr lang="en-US" dirty="0"/>
          </a:p>
        </p:txBody>
      </p:sp>
      <p:sp>
        <p:nvSpPr>
          <p:cNvPr id="9" name="flowChartCollate"/>
          <p:cNvSpPr/>
          <p:nvPr/>
        </p:nvSpPr>
        <p:spPr>
          <a:xfrm>
            <a:off x="4773168" y="1234440"/>
            <a:ext cx="1060704" cy="1003554"/>
          </a:xfrm>
          <a:prstGeom prst="flowChartCollate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61772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flowChartCollate</a:t>
            </a:r>
            <a:endParaRPr lang="en-US" dirty="0"/>
          </a:p>
        </p:txBody>
      </p:sp>
      <p:sp>
        <p:nvSpPr>
          <p:cNvPr id="11" name="flowChartSort"/>
          <p:cNvSpPr/>
          <p:nvPr/>
        </p:nvSpPr>
        <p:spPr>
          <a:xfrm>
            <a:off x="6236208" y="1234440"/>
            <a:ext cx="1060704" cy="1003554"/>
          </a:xfrm>
          <a:prstGeom prst="flowChartSort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08076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flowChartSort</a:t>
            </a:r>
            <a:endParaRPr lang="en-US" dirty="0"/>
          </a:p>
        </p:txBody>
      </p:sp>
      <p:sp>
        <p:nvSpPr>
          <p:cNvPr id="13" name="flowChartExtract"/>
          <p:cNvSpPr/>
          <p:nvPr/>
        </p:nvSpPr>
        <p:spPr>
          <a:xfrm>
            <a:off x="7699248" y="1234440"/>
            <a:ext cx="1060704" cy="1003554"/>
          </a:xfrm>
          <a:prstGeom prst="flowChartExtract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5438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flowChartExtract</a:t>
            </a:r>
            <a:endParaRPr lang="en-US" dirty="0"/>
          </a:p>
        </p:txBody>
      </p:sp>
      <p:sp>
        <p:nvSpPr>
          <p:cNvPr id="15" name="flowChartMerge"/>
          <p:cNvSpPr/>
          <p:nvPr/>
        </p:nvSpPr>
        <p:spPr>
          <a:xfrm>
            <a:off x="384048" y="2622042"/>
            <a:ext cx="1060704" cy="1003554"/>
          </a:xfrm>
          <a:prstGeom prst="flowChartMerge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286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flowChartMerge</a:t>
            </a:r>
            <a:endParaRPr lang="en-US" dirty="0"/>
          </a:p>
        </p:txBody>
      </p:sp>
      <p:sp>
        <p:nvSpPr>
          <p:cNvPr id="17" name="flowChartOfflineStorage"/>
          <p:cNvSpPr/>
          <p:nvPr/>
        </p:nvSpPr>
        <p:spPr>
          <a:xfrm>
            <a:off x="1847088" y="2622042"/>
            <a:ext cx="1060704" cy="1003554"/>
          </a:xfrm>
          <a:prstGeom prst="flowChartOfflineStorage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169164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flowChartOfflineStorage</a:t>
            </a:r>
            <a:endParaRPr lang="en-US" dirty="0"/>
          </a:p>
        </p:txBody>
      </p:sp>
      <p:sp>
        <p:nvSpPr>
          <p:cNvPr id="19" name="flowChartOnlineStorage"/>
          <p:cNvSpPr/>
          <p:nvPr/>
        </p:nvSpPr>
        <p:spPr>
          <a:xfrm>
            <a:off x="3310128" y="2622042"/>
            <a:ext cx="1060704" cy="1003554"/>
          </a:xfrm>
          <a:prstGeom prst="flowChartOnlineStorage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315468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flowChartOnlineStorage</a:t>
            </a:r>
            <a:endParaRPr lang="en-US" dirty="0"/>
          </a:p>
        </p:txBody>
      </p:sp>
      <p:sp>
        <p:nvSpPr>
          <p:cNvPr id="21" name="flowChartMagneticTape"/>
          <p:cNvSpPr/>
          <p:nvPr/>
        </p:nvSpPr>
        <p:spPr>
          <a:xfrm>
            <a:off x="4773168" y="2622042"/>
            <a:ext cx="1060704" cy="1003554"/>
          </a:xfrm>
          <a:prstGeom prst="flowChartMagneticTape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2" name="TextBox 22"/>
          <p:cNvSpPr txBox="1"/>
          <p:nvPr/>
        </p:nvSpPr>
        <p:spPr>
          <a:xfrm>
            <a:off x="461772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flowChartMagneticTape</a:t>
            </a:r>
            <a:endParaRPr lang="en-US" dirty="0"/>
          </a:p>
        </p:txBody>
      </p:sp>
      <p:sp>
        <p:nvSpPr>
          <p:cNvPr id="23" name="flowChartMagneticDisk"/>
          <p:cNvSpPr/>
          <p:nvPr/>
        </p:nvSpPr>
        <p:spPr>
          <a:xfrm>
            <a:off x="6236208" y="2622042"/>
            <a:ext cx="1060704" cy="1003554"/>
          </a:xfrm>
          <a:prstGeom prst="flowChartMagneticDisk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608076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flowChartMagneticDisk</a:t>
            </a:r>
            <a:endParaRPr lang="en-US" dirty="0"/>
          </a:p>
        </p:txBody>
      </p:sp>
      <p:sp>
        <p:nvSpPr>
          <p:cNvPr id="25" name="flowChartMagneticDrum"/>
          <p:cNvSpPr/>
          <p:nvPr/>
        </p:nvSpPr>
        <p:spPr>
          <a:xfrm>
            <a:off x="7699248" y="2622042"/>
            <a:ext cx="1060704" cy="1003554"/>
          </a:xfrm>
          <a:prstGeom prst="flowChartMagneticDrum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75438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flowChartMagneticDrum</a:t>
            </a:r>
            <a:endParaRPr lang="en-US" dirty="0"/>
          </a:p>
        </p:txBody>
      </p:sp>
      <p:sp>
        <p:nvSpPr>
          <p:cNvPr id="27" name="flowChartDisplay"/>
          <p:cNvSpPr/>
          <p:nvPr/>
        </p:nvSpPr>
        <p:spPr>
          <a:xfrm>
            <a:off x="384048" y="4009644"/>
            <a:ext cx="1060704" cy="1003554"/>
          </a:xfrm>
          <a:prstGeom prst="flowChartDisplay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2286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flowChartDisplay</a:t>
            </a:r>
            <a:endParaRPr lang="en-US" dirty="0"/>
          </a:p>
        </p:txBody>
      </p:sp>
      <p:sp>
        <p:nvSpPr>
          <p:cNvPr id="29" name="flowChartDelay"/>
          <p:cNvSpPr/>
          <p:nvPr/>
        </p:nvSpPr>
        <p:spPr>
          <a:xfrm>
            <a:off x="1847088" y="4009644"/>
            <a:ext cx="1060704" cy="1003554"/>
          </a:xfrm>
          <a:prstGeom prst="flowChartDelay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69164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flowChartDelay</a:t>
            </a:r>
            <a:endParaRPr lang="en-US" dirty="0"/>
          </a:p>
        </p:txBody>
      </p:sp>
      <p:sp>
        <p:nvSpPr>
          <p:cNvPr id="31" name="flowChartAlternateProcess"/>
          <p:cNvSpPr/>
          <p:nvPr/>
        </p:nvSpPr>
        <p:spPr>
          <a:xfrm>
            <a:off x="3310128" y="4009644"/>
            <a:ext cx="1060704" cy="1003554"/>
          </a:xfrm>
          <a:prstGeom prst="flowChartAlternateProcess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2" name="TextBox 32"/>
          <p:cNvSpPr txBox="1"/>
          <p:nvPr/>
        </p:nvSpPr>
        <p:spPr>
          <a:xfrm>
            <a:off x="315468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flowChartAlternateProcess</a:t>
            </a:r>
            <a:endParaRPr lang="en-US" dirty="0"/>
          </a:p>
        </p:txBody>
      </p:sp>
      <p:sp>
        <p:nvSpPr>
          <p:cNvPr id="33" name="flowChartOffpageConnector"/>
          <p:cNvSpPr/>
          <p:nvPr/>
        </p:nvSpPr>
        <p:spPr>
          <a:xfrm>
            <a:off x="4773168" y="4009644"/>
            <a:ext cx="1060704" cy="1003554"/>
          </a:xfrm>
          <a:prstGeom prst="flowChartOffpageConnector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461772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flowChartOffpageConnector</a:t>
            </a:r>
            <a:endParaRPr lang="en-US" dirty="0"/>
          </a:p>
        </p:txBody>
      </p:sp>
      <p:sp>
        <p:nvSpPr>
          <p:cNvPr id="35" name="actionButtonBlank"/>
          <p:cNvSpPr/>
          <p:nvPr/>
        </p:nvSpPr>
        <p:spPr>
          <a:xfrm>
            <a:off x="6236208" y="4009644"/>
            <a:ext cx="1060704" cy="1003554"/>
          </a:xfrm>
          <a:prstGeom prst="actionButtonBlank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6" name="TextBox 36"/>
          <p:cNvSpPr txBox="1"/>
          <p:nvPr/>
        </p:nvSpPr>
        <p:spPr>
          <a:xfrm>
            <a:off x="608076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actionButtonBlank</a:t>
            </a:r>
            <a:endParaRPr lang="en-US" dirty="0"/>
          </a:p>
        </p:txBody>
      </p:sp>
      <p:sp>
        <p:nvSpPr>
          <p:cNvPr id="37" name="actionButtonHome"/>
          <p:cNvSpPr/>
          <p:nvPr/>
        </p:nvSpPr>
        <p:spPr>
          <a:xfrm>
            <a:off x="7699248" y="4009644"/>
            <a:ext cx="1060704" cy="1003554"/>
          </a:xfrm>
          <a:prstGeom prst="actionButtonHome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8" name="TextBox 38"/>
          <p:cNvSpPr txBox="1"/>
          <p:nvPr/>
        </p:nvSpPr>
        <p:spPr>
          <a:xfrm>
            <a:off x="75438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actionButtonHome</a:t>
            </a:r>
            <a:endParaRPr lang="en-US" dirty="0"/>
          </a:p>
        </p:txBody>
      </p:sp>
      <p:sp>
        <p:nvSpPr>
          <p:cNvPr id="39" name="actionButtonHelp"/>
          <p:cNvSpPr/>
          <p:nvPr/>
        </p:nvSpPr>
        <p:spPr>
          <a:xfrm>
            <a:off x="384048" y="5397246"/>
            <a:ext cx="1060704" cy="1003554"/>
          </a:xfrm>
          <a:prstGeom prst="actionButtonHelp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0" name="TextBox 40"/>
          <p:cNvSpPr txBox="1"/>
          <p:nvPr/>
        </p:nvSpPr>
        <p:spPr>
          <a:xfrm>
            <a:off x="2286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actionButtonHelp</a:t>
            </a:r>
            <a:endParaRPr lang="en-US" dirty="0"/>
          </a:p>
        </p:txBody>
      </p:sp>
      <p:sp>
        <p:nvSpPr>
          <p:cNvPr id="41" name="actionButtonInformation"/>
          <p:cNvSpPr/>
          <p:nvPr/>
        </p:nvSpPr>
        <p:spPr>
          <a:xfrm>
            <a:off x="1847088" y="5397246"/>
            <a:ext cx="1060704" cy="1003554"/>
          </a:xfrm>
          <a:prstGeom prst="actionButtonInformation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2" name="TextBox 42"/>
          <p:cNvSpPr txBox="1"/>
          <p:nvPr/>
        </p:nvSpPr>
        <p:spPr>
          <a:xfrm>
            <a:off x="169164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actionButtonInformation</a:t>
            </a:r>
            <a:endParaRPr lang="en-US" dirty="0"/>
          </a:p>
        </p:txBody>
      </p:sp>
      <p:sp>
        <p:nvSpPr>
          <p:cNvPr id="43" name="actionButtonForwardNext"/>
          <p:cNvSpPr/>
          <p:nvPr/>
        </p:nvSpPr>
        <p:spPr>
          <a:xfrm>
            <a:off x="3310128" y="5397246"/>
            <a:ext cx="1060704" cy="1003554"/>
          </a:xfrm>
          <a:prstGeom prst="actionButtonForwardNext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4" name="TextBox 44"/>
          <p:cNvSpPr txBox="1"/>
          <p:nvPr/>
        </p:nvSpPr>
        <p:spPr>
          <a:xfrm>
            <a:off x="315468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actionButtonForwardNext</a:t>
            </a:r>
            <a:endParaRPr lang="en-US" dirty="0"/>
          </a:p>
        </p:txBody>
      </p:sp>
      <p:sp>
        <p:nvSpPr>
          <p:cNvPr id="45" name="actionButtonBackPrevious"/>
          <p:cNvSpPr/>
          <p:nvPr/>
        </p:nvSpPr>
        <p:spPr>
          <a:xfrm>
            <a:off x="4773168" y="5397246"/>
            <a:ext cx="1060704" cy="1003554"/>
          </a:xfrm>
          <a:prstGeom prst="actionButtonBackPrevious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6" name="TextBox 46"/>
          <p:cNvSpPr txBox="1"/>
          <p:nvPr/>
        </p:nvSpPr>
        <p:spPr>
          <a:xfrm>
            <a:off x="461772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actionButtonBackPrevious</a:t>
            </a:r>
            <a:endParaRPr lang="en-US" dirty="0"/>
          </a:p>
        </p:txBody>
      </p:sp>
      <p:sp>
        <p:nvSpPr>
          <p:cNvPr id="47" name="actionButtonEnd"/>
          <p:cNvSpPr/>
          <p:nvPr/>
        </p:nvSpPr>
        <p:spPr>
          <a:xfrm>
            <a:off x="6236208" y="5397246"/>
            <a:ext cx="1060704" cy="1003554"/>
          </a:xfrm>
          <a:prstGeom prst="actionButtonEnd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8" name="TextBox 48"/>
          <p:cNvSpPr txBox="1"/>
          <p:nvPr/>
        </p:nvSpPr>
        <p:spPr>
          <a:xfrm>
            <a:off x="608076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actionButtonEnd</a:t>
            </a:r>
            <a:endParaRPr lang="en-US" dirty="0"/>
          </a:p>
        </p:txBody>
      </p:sp>
      <p:sp>
        <p:nvSpPr>
          <p:cNvPr id="49" name="actionButtonBeginning"/>
          <p:cNvSpPr/>
          <p:nvPr/>
        </p:nvSpPr>
        <p:spPr>
          <a:xfrm>
            <a:off x="7699248" y="5397246"/>
            <a:ext cx="1060704" cy="1003554"/>
          </a:xfrm>
          <a:prstGeom prst="actionButtonBeginning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50" name="TextBox 50"/>
          <p:cNvSpPr txBox="1"/>
          <p:nvPr/>
        </p:nvSpPr>
        <p:spPr>
          <a:xfrm>
            <a:off x="75438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actionButtonBeginning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Preset geometries 169-187</a:t>
            </a:r>
          </a:p>
        </p:txBody>
      </p:sp>
      <p:sp>
        <p:nvSpPr>
          <p:cNvPr id="3" name="actionButtonReturn"/>
          <p:cNvSpPr/>
          <p:nvPr/>
        </p:nvSpPr>
        <p:spPr>
          <a:xfrm>
            <a:off x="384048" y="1234440"/>
            <a:ext cx="1060704" cy="1003554"/>
          </a:xfrm>
          <a:prstGeom prst="actionButtonReturn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286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actionButtonReturn</a:t>
            </a:r>
            <a:endParaRPr lang="en-US" dirty="0"/>
          </a:p>
        </p:txBody>
      </p:sp>
      <p:sp>
        <p:nvSpPr>
          <p:cNvPr id="5" name="actionButtonDocument"/>
          <p:cNvSpPr/>
          <p:nvPr/>
        </p:nvSpPr>
        <p:spPr>
          <a:xfrm>
            <a:off x="1847088" y="1234440"/>
            <a:ext cx="1060704" cy="1003554"/>
          </a:xfrm>
          <a:prstGeom prst="actionButtonDocument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169164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actionButtonDocument</a:t>
            </a:r>
            <a:endParaRPr lang="en-US" dirty="0"/>
          </a:p>
        </p:txBody>
      </p:sp>
      <p:sp>
        <p:nvSpPr>
          <p:cNvPr id="7" name="actionButtonSound"/>
          <p:cNvSpPr/>
          <p:nvPr/>
        </p:nvSpPr>
        <p:spPr>
          <a:xfrm>
            <a:off x="3310128" y="1234440"/>
            <a:ext cx="1060704" cy="1003554"/>
          </a:xfrm>
          <a:prstGeom prst="actionButtonSound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15468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actionButtonSound</a:t>
            </a:r>
            <a:endParaRPr lang="en-US" dirty="0"/>
          </a:p>
        </p:txBody>
      </p:sp>
      <p:sp>
        <p:nvSpPr>
          <p:cNvPr id="9" name="actionButtonMovie"/>
          <p:cNvSpPr/>
          <p:nvPr/>
        </p:nvSpPr>
        <p:spPr>
          <a:xfrm>
            <a:off x="4773168" y="1234440"/>
            <a:ext cx="1060704" cy="1003554"/>
          </a:xfrm>
          <a:prstGeom prst="actionButtonMovie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0" name="TextBox 10"/>
          <p:cNvSpPr txBox="1"/>
          <p:nvPr/>
        </p:nvSpPr>
        <p:spPr>
          <a:xfrm>
            <a:off x="461772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actionButtonMovie</a:t>
            </a:r>
            <a:endParaRPr lang="en-US" dirty="0"/>
          </a:p>
        </p:txBody>
      </p:sp>
      <p:sp>
        <p:nvSpPr>
          <p:cNvPr id="11" name="gear6"/>
          <p:cNvSpPr/>
          <p:nvPr/>
        </p:nvSpPr>
        <p:spPr>
          <a:xfrm>
            <a:off x="6236208" y="1234440"/>
            <a:ext cx="1060704" cy="1003554"/>
          </a:xfrm>
          <a:prstGeom prst="gear6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2" name="TextBox 12"/>
          <p:cNvSpPr txBox="1"/>
          <p:nvPr/>
        </p:nvSpPr>
        <p:spPr>
          <a:xfrm>
            <a:off x="608076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gear6</a:t>
            </a:r>
            <a:endParaRPr lang="en-US" dirty="0"/>
          </a:p>
        </p:txBody>
      </p:sp>
      <p:sp>
        <p:nvSpPr>
          <p:cNvPr id="13" name="gear9"/>
          <p:cNvSpPr/>
          <p:nvPr/>
        </p:nvSpPr>
        <p:spPr>
          <a:xfrm>
            <a:off x="7699248" y="1234440"/>
            <a:ext cx="1060704" cy="1003554"/>
          </a:xfrm>
          <a:prstGeom prst="gear9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4" name="TextBox 14"/>
          <p:cNvSpPr txBox="1"/>
          <p:nvPr/>
        </p:nvSpPr>
        <p:spPr>
          <a:xfrm>
            <a:off x="7543800" y="2237994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gear9</a:t>
            </a:r>
            <a:endParaRPr lang="en-US" dirty="0"/>
          </a:p>
        </p:txBody>
      </p:sp>
      <p:sp>
        <p:nvSpPr>
          <p:cNvPr id="15" name="funnel"/>
          <p:cNvSpPr/>
          <p:nvPr/>
        </p:nvSpPr>
        <p:spPr>
          <a:xfrm>
            <a:off x="384048" y="2622042"/>
            <a:ext cx="1060704" cy="1003554"/>
          </a:xfrm>
          <a:prstGeom prst="funnel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6" name="TextBox 16"/>
          <p:cNvSpPr txBox="1"/>
          <p:nvPr/>
        </p:nvSpPr>
        <p:spPr>
          <a:xfrm>
            <a:off x="2286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funnel</a:t>
            </a:r>
            <a:endParaRPr lang="en-US" dirty="0"/>
          </a:p>
        </p:txBody>
      </p:sp>
      <p:sp>
        <p:nvSpPr>
          <p:cNvPr id="17" name="mathPlus"/>
          <p:cNvSpPr/>
          <p:nvPr/>
        </p:nvSpPr>
        <p:spPr>
          <a:xfrm>
            <a:off x="1847088" y="2622042"/>
            <a:ext cx="1060704" cy="1003554"/>
          </a:xfrm>
          <a:prstGeom prst="mathPlus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169164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mathPlus</a:t>
            </a:r>
            <a:endParaRPr lang="en-US" dirty="0"/>
          </a:p>
        </p:txBody>
      </p:sp>
      <p:sp>
        <p:nvSpPr>
          <p:cNvPr id="19" name="mathMinus"/>
          <p:cNvSpPr/>
          <p:nvPr/>
        </p:nvSpPr>
        <p:spPr>
          <a:xfrm>
            <a:off x="3310128" y="2622042"/>
            <a:ext cx="1060704" cy="1003554"/>
          </a:xfrm>
          <a:prstGeom prst="mathMinus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0" name="TextBox 20"/>
          <p:cNvSpPr txBox="1"/>
          <p:nvPr/>
        </p:nvSpPr>
        <p:spPr>
          <a:xfrm>
            <a:off x="315468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mathMinus</a:t>
            </a:r>
            <a:endParaRPr lang="en-US" dirty="0"/>
          </a:p>
        </p:txBody>
      </p:sp>
      <p:sp>
        <p:nvSpPr>
          <p:cNvPr id="21" name="mathMultiply"/>
          <p:cNvSpPr/>
          <p:nvPr/>
        </p:nvSpPr>
        <p:spPr>
          <a:xfrm>
            <a:off x="4773168" y="2622042"/>
            <a:ext cx="1060704" cy="1003554"/>
          </a:xfrm>
          <a:prstGeom prst="mathMultiply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2" name="TextBox 22"/>
          <p:cNvSpPr txBox="1"/>
          <p:nvPr/>
        </p:nvSpPr>
        <p:spPr>
          <a:xfrm>
            <a:off x="461772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mathMultiply</a:t>
            </a:r>
            <a:endParaRPr lang="en-US" dirty="0"/>
          </a:p>
        </p:txBody>
      </p:sp>
      <p:sp>
        <p:nvSpPr>
          <p:cNvPr id="23" name="mathDivide"/>
          <p:cNvSpPr/>
          <p:nvPr/>
        </p:nvSpPr>
        <p:spPr>
          <a:xfrm>
            <a:off x="6236208" y="2622042"/>
            <a:ext cx="1060704" cy="1003554"/>
          </a:xfrm>
          <a:prstGeom prst="mathDivide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4" name="TextBox 24"/>
          <p:cNvSpPr txBox="1"/>
          <p:nvPr/>
        </p:nvSpPr>
        <p:spPr>
          <a:xfrm>
            <a:off x="608076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mathDivide</a:t>
            </a:r>
            <a:endParaRPr lang="en-US" dirty="0"/>
          </a:p>
        </p:txBody>
      </p:sp>
      <p:sp>
        <p:nvSpPr>
          <p:cNvPr id="25" name="mathEqual"/>
          <p:cNvSpPr/>
          <p:nvPr/>
        </p:nvSpPr>
        <p:spPr>
          <a:xfrm>
            <a:off x="7699248" y="2622042"/>
            <a:ext cx="1060704" cy="1003554"/>
          </a:xfrm>
          <a:prstGeom prst="mathEqual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6" name="TextBox 26"/>
          <p:cNvSpPr txBox="1"/>
          <p:nvPr/>
        </p:nvSpPr>
        <p:spPr>
          <a:xfrm>
            <a:off x="7543800" y="3625596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mathEqual</a:t>
            </a:r>
            <a:endParaRPr lang="en-US" dirty="0"/>
          </a:p>
        </p:txBody>
      </p:sp>
      <p:sp>
        <p:nvSpPr>
          <p:cNvPr id="27" name="mathNotEqual"/>
          <p:cNvSpPr/>
          <p:nvPr/>
        </p:nvSpPr>
        <p:spPr>
          <a:xfrm>
            <a:off x="384048" y="4009644"/>
            <a:ext cx="1060704" cy="1003554"/>
          </a:xfrm>
          <a:prstGeom prst="mathNotEqual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28" name="TextBox 28"/>
          <p:cNvSpPr txBox="1"/>
          <p:nvPr/>
        </p:nvSpPr>
        <p:spPr>
          <a:xfrm>
            <a:off x="2286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mathNotEqual</a:t>
            </a:r>
            <a:endParaRPr lang="en-US" dirty="0"/>
          </a:p>
        </p:txBody>
      </p:sp>
      <p:sp>
        <p:nvSpPr>
          <p:cNvPr id="29" name="cornerTabs"/>
          <p:cNvSpPr/>
          <p:nvPr/>
        </p:nvSpPr>
        <p:spPr>
          <a:xfrm>
            <a:off x="1847088" y="4009644"/>
            <a:ext cx="1060704" cy="1003554"/>
          </a:xfrm>
          <a:prstGeom prst="cornerTabs">
            <a:avLst/>
          </a:prstGeom>
          <a:solidFill>
            <a:srgbClr val="ED7D31">
              <a:lumMod val="60000"/>
              <a:lumOff val="40000"/>
            </a:srgbClr>
          </a:solidFill>
          <a:ln w="15875">
            <a:solidFill>
              <a:srgbClr val="ED7D31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0" name="TextBox 30"/>
          <p:cNvSpPr txBox="1"/>
          <p:nvPr/>
        </p:nvSpPr>
        <p:spPr>
          <a:xfrm>
            <a:off x="169164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cornerTabs</a:t>
            </a:r>
            <a:endParaRPr lang="en-US" dirty="0"/>
          </a:p>
        </p:txBody>
      </p:sp>
      <p:sp>
        <p:nvSpPr>
          <p:cNvPr id="31" name="squareTabs"/>
          <p:cNvSpPr/>
          <p:nvPr/>
        </p:nvSpPr>
        <p:spPr>
          <a:xfrm>
            <a:off x="3310128" y="4009644"/>
            <a:ext cx="1060704" cy="1003554"/>
          </a:xfrm>
          <a:prstGeom prst="squareTabs">
            <a:avLst/>
          </a:prstGeom>
          <a:solidFill>
            <a:srgbClr val="A5A5A5">
              <a:lumMod val="60000"/>
              <a:lumOff val="40000"/>
            </a:srgbClr>
          </a:solidFill>
          <a:ln w="15875">
            <a:solidFill>
              <a:srgbClr val="A5A5A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2" name="TextBox 32"/>
          <p:cNvSpPr txBox="1"/>
          <p:nvPr/>
        </p:nvSpPr>
        <p:spPr>
          <a:xfrm>
            <a:off x="315468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squareTabs</a:t>
            </a:r>
            <a:endParaRPr lang="en-US" dirty="0"/>
          </a:p>
        </p:txBody>
      </p:sp>
      <p:sp>
        <p:nvSpPr>
          <p:cNvPr id="33" name="plaqueTabs"/>
          <p:cNvSpPr/>
          <p:nvPr/>
        </p:nvSpPr>
        <p:spPr>
          <a:xfrm>
            <a:off x="4773168" y="4009644"/>
            <a:ext cx="1060704" cy="1003554"/>
          </a:xfrm>
          <a:prstGeom prst="plaqueTabs">
            <a:avLst/>
          </a:prstGeom>
          <a:solidFill>
            <a:srgbClr val="FFC000">
              <a:lumMod val="60000"/>
              <a:lumOff val="40000"/>
            </a:srgbClr>
          </a:solidFill>
          <a:ln w="15875">
            <a:solidFill>
              <a:srgbClr val="FFC000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4" name="TextBox 34"/>
          <p:cNvSpPr txBox="1"/>
          <p:nvPr/>
        </p:nvSpPr>
        <p:spPr>
          <a:xfrm>
            <a:off x="461772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plaqueTabs</a:t>
            </a:r>
            <a:endParaRPr lang="en-US" dirty="0"/>
          </a:p>
        </p:txBody>
      </p:sp>
      <p:sp>
        <p:nvSpPr>
          <p:cNvPr id="35" name="chartX"/>
          <p:cNvSpPr/>
          <p:nvPr/>
        </p:nvSpPr>
        <p:spPr>
          <a:xfrm>
            <a:off x="6236208" y="4009644"/>
            <a:ext cx="1060704" cy="1003554"/>
          </a:xfrm>
          <a:prstGeom prst="chartX">
            <a:avLst/>
          </a:prstGeom>
          <a:solidFill>
            <a:srgbClr val="5B9BD5">
              <a:lumMod val="60000"/>
              <a:lumOff val="40000"/>
            </a:srgbClr>
          </a:solidFill>
          <a:ln w="15875">
            <a:solidFill>
              <a:srgbClr val="5B9BD5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6" name="TextBox 36"/>
          <p:cNvSpPr txBox="1"/>
          <p:nvPr/>
        </p:nvSpPr>
        <p:spPr>
          <a:xfrm>
            <a:off x="608076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chartX</a:t>
            </a:r>
            <a:endParaRPr lang="en-US" dirty="0"/>
          </a:p>
        </p:txBody>
      </p:sp>
      <p:sp>
        <p:nvSpPr>
          <p:cNvPr id="37" name="chartStar"/>
          <p:cNvSpPr/>
          <p:nvPr/>
        </p:nvSpPr>
        <p:spPr>
          <a:xfrm>
            <a:off x="7699248" y="4009644"/>
            <a:ext cx="1060704" cy="1003554"/>
          </a:xfrm>
          <a:prstGeom prst="chartStar">
            <a:avLst/>
          </a:prstGeom>
          <a:solidFill>
            <a:srgbClr val="70AD47">
              <a:lumMod val="60000"/>
              <a:lumOff val="40000"/>
            </a:srgbClr>
          </a:solidFill>
          <a:ln w="15875">
            <a:solidFill>
              <a:srgbClr val="70AD47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38" name="TextBox 38"/>
          <p:cNvSpPr txBox="1"/>
          <p:nvPr/>
        </p:nvSpPr>
        <p:spPr>
          <a:xfrm>
            <a:off x="7543800" y="5013198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chartStar</a:t>
            </a:r>
            <a:endParaRPr lang="en-US" dirty="0"/>
          </a:p>
        </p:txBody>
      </p:sp>
      <p:sp>
        <p:nvSpPr>
          <p:cNvPr id="39" name="chartPlus"/>
          <p:cNvSpPr/>
          <p:nvPr/>
        </p:nvSpPr>
        <p:spPr>
          <a:xfrm>
            <a:off x="384048" y="5397246"/>
            <a:ext cx="1060704" cy="1003554"/>
          </a:xfrm>
          <a:prstGeom prst="chartPlus">
            <a:avLst/>
          </a:prstGeom>
          <a:solidFill>
            <a:srgbClr val="4472C4">
              <a:lumMod val="60000"/>
              <a:lumOff val="40000"/>
            </a:srgbClr>
          </a:solidFill>
          <a:ln w="15875">
            <a:solidFill>
              <a:srgbClr val="4472C4"/>
            </a:solidFill>
            <a:round/>
          </a:ln>
        </p:spPr>
        <p:txBody>
          <a:bodyPr lIns="0" tIns="0" rIns="0" bIns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</a:rPr>
              <a:t>Ab</a:t>
            </a:r>
            <a:endParaRPr lang="en-US" dirty="0"/>
          </a:p>
        </p:txBody>
      </p:sp>
      <p:sp>
        <p:nvSpPr>
          <p:cNvPr id="40" name="TextBox 40"/>
          <p:cNvSpPr txBox="1"/>
          <p:nvPr/>
        </p:nvSpPr>
        <p:spPr>
          <a:xfrm>
            <a:off x="228600" y="6400800"/>
            <a:ext cx="1371600" cy="256032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800" dirty="0">
                <a:solidFill>
                  <a:srgbClr val="404040"/>
                </a:solidFill>
              </a:rPr>
              <a:t>chartPlus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8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Shapes: all 187 preset geometries</dc:title>
  <dc:subject>pptx_engine test corpus</dc:subject>
  <dc:creator>pptx_engine corpus generator</dc:creator>
  <cp:keywords>shapes, preset-geometry, text-in-shapes</cp:keywords>
  <dc:description>Every ST_ShapeType preset geometry with default adjust values, a solid fill, outline and short text (exercising each preset's text rectangle). Line-like presets get a thick arrowed outline.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