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Title Slide</a:t>
            </a:r>
          </a:p>
        </p:txBody>
      </p:sp>
      <p:sp>
        <p:nvSpPr>
          <p:cNvPr id="3" name="Subtitle 2"/>
          <p:cNvSpPr>
            <a:spLocks noGrp="1"/>
          </p:cNvSpPr>
          <p:nvPr>
            <p:ph type="subTitle" idx="1"/>
          </p:nvPr>
        </p:nvSpPr>
        <p:spPr/>
        <p:txBody>
          <a:bodyPr/>
          <a:lstStyle/>
          <a:p>
            <a:r>
              <a:t>Subtitle placeholder (idx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Title and Content</a:t>
            </a:r>
          </a:p>
        </p:txBody>
      </p:sp>
      <p:sp>
        <p:nvSpPr>
          <p:cNvPr id="3" name="Content Placeholder 2"/>
          <p:cNvSpPr>
            <a:spLocks noGrp="1"/>
          </p:cNvSpPr>
          <p:nvPr>
            <p:ph idx="1"/>
          </p:nvPr>
        </p:nvSpPr>
        <p:spPr/>
        <p:txBody>
          <a:bodyPr/>
          <a:lstStyle/>
          <a:p>
            <a:r>
              <a:t>Placeholder idx 1 (object)</a:t>
            </a:r>
          </a:p>
          <a:p>
            <a:pPr/>
            <a:r>
              <a:t>Revenue up 12%</a:t>
            </a:r>
          </a:p>
          <a:p>
            <a:pPr lvl="1"/>
            <a:r>
              <a:t>Subscriptions</a:t>
            </a:r>
          </a:p>
          <a:p>
            <a:pPr lvl="1"/>
            <a:r>
              <a:t>Services</a:t>
            </a:r>
          </a:p>
          <a:p>
            <a:pPr/>
            <a:r>
              <a:t>Costs flat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Header</a:t>
            </a:r>
          </a:p>
        </p:txBody>
      </p:sp>
      <p:sp>
        <p:nvSpPr>
          <p:cNvPr id="3" name="Text Placeholder 2"/>
          <p:cNvSpPr>
            <a:spLocks noGrp="1"/>
          </p:cNvSpPr>
          <p:nvPr>
            <p:ph type="body" idx="1"/>
          </p:nvPr>
        </p:nvSpPr>
        <p:spPr/>
        <p:txBody>
          <a:bodyPr/>
          <a:lstStyle/>
          <a:p>
            <a:r>
              <a:t>Placeholder idx 1 (body)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Content</a:t>
            </a:r>
          </a:p>
        </p:txBody>
      </p:sp>
      <p:sp>
        <p:nvSpPr>
          <p:cNvPr id="3" name="Content Placeholder 2"/>
          <p:cNvSpPr>
            <a:spLocks noGrp="1"/>
          </p:cNvSpPr>
          <p:nvPr>
            <p:ph idx="1" sz="half"/>
          </p:nvPr>
        </p:nvSpPr>
        <p:spPr/>
        <p:txBody>
          <a:bodyPr/>
          <a:lstStyle/>
          <a:p>
            <a:r>
              <a:t>Placeholder idx 1 (object)</a:t>
            </a:r>
          </a:p>
          <a:p>
            <a:pPr/>
            <a:r>
              <a:t>Revenue up 12%</a:t>
            </a:r>
          </a:p>
          <a:p>
            <a:pPr lvl="1"/>
            <a:r>
              <a:t>Subscriptions</a:t>
            </a:r>
          </a:p>
          <a:p>
            <a:pPr lvl="1"/>
            <a:r>
              <a:t>Services</a:t>
            </a:r>
          </a:p>
          <a:p>
            <a:pPr/>
            <a:r>
              <a:t>Costs flat</a:t>
            </a:r>
          </a:p>
        </p:txBody>
      </p:sp>
      <p:sp>
        <p:nvSpPr>
          <p:cNvPr id="4" name="Content Placeholder 3"/>
          <p:cNvSpPr>
            <a:spLocks noGrp="1"/>
          </p:cNvSpPr>
          <p:nvPr>
            <p:ph idx="2" sz="half"/>
          </p:nvPr>
        </p:nvSpPr>
        <p:spPr/>
        <p:txBody>
          <a:bodyPr/>
          <a:lstStyle/>
          <a:p>
            <a:r>
              <a:t>Placeholder idx 2 (object)</a:t>
            </a:r>
          </a:p>
          <a:p>
            <a:pPr/>
            <a:r>
              <a:t>Revenue up 12%</a:t>
            </a:r>
          </a:p>
          <a:p>
            <a:pPr lvl="1"/>
            <a:r>
              <a:t>Subscriptions</a:t>
            </a:r>
          </a:p>
          <a:p>
            <a:pPr lvl="1"/>
            <a:r>
              <a:t>Services</a:t>
            </a:r>
          </a:p>
          <a:p>
            <a:pPr/>
            <a:r>
              <a:t>Costs flat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a:t>
            </a:r>
          </a:p>
        </p:txBody>
      </p:sp>
      <p:sp>
        <p:nvSpPr>
          <p:cNvPr id="3" name="Text Placeholder 2"/>
          <p:cNvSpPr>
            <a:spLocks noGrp="1"/>
          </p:cNvSpPr>
          <p:nvPr>
            <p:ph type="body" idx="1"/>
          </p:nvPr>
        </p:nvSpPr>
        <p:spPr/>
        <p:txBody>
          <a:bodyPr/>
          <a:lstStyle/>
          <a:p>
            <a:r>
              <a:t>Placeholder idx 1 (body)</a:t>
            </a:r>
          </a:p>
        </p:txBody>
      </p:sp>
      <p:sp>
        <p:nvSpPr>
          <p:cNvPr id="4" name="Content Placeholder 3"/>
          <p:cNvSpPr>
            <a:spLocks noGrp="1"/>
          </p:cNvSpPr>
          <p:nvPr>
            <p:ph idx="2" sz="half"/>
          </p:nvPr>
        </p:nvSpPr>
        <p:spPr/>
        <p:txBody>
          <a:bodyPr/>
          <a:lstStyle/>
          <a:p>
            <a:r>
              <a:t>Placeholder idx 2 (object)</a:t>
            </a:r>
          </a:p>
          <a:p>
            <a:pPr/>
            <a:r>
              <a:t>Revenue up 12%</a:t>
            </a:r>
          </a:p>
          <a:p>
            <a:pPr lvl="1"/>
            <a:r>
              <a:t>Subscriptions</a:t>
            </a:r>
          </a:p>
          <a:p>
            <a:pPr lvl="1"/>
            <a:r>
              <a:t>Services</a:t>
            </a:r>
          </a:p>
          <a:p>
            <a:pPr/>
            <a:r>
              <a:t>Costs flat</a:t>
            </a:r>
          </a:p>
        </p:txBody>
      </p:sp>
      <p:sp>
        <p:nvSpPr>
          <p:cNvPr id="5" name="Text Placeholder 4"/>
          <p:cNvSpPr>
            <a:spLocks noGrp="1"/>
          </p:cNvSpPr>
          <p:nvPr>
            <p:ph type="body" idx="3" sz="quarter"/>
          </p:nvPr>
        </p:nvSpPr>
        <p:spPr/>
        <p:txBody>
          <a:bodyPr/>
          <a:lstStyle/>
          <a:p>
            <a:r>
              <a:t>Placeholder idx 3 (body)</a:t>
            </a:r>
          </a:p>
        </p:txBody>
      </p:sp>
      <p:sp>
        <p:nvSpPr>
          <p:cNvPr id="6" name="Content Placeholder 5"/>
          <p:cNvSpPr>
            <a:spLocks noGrp="1"/>
          </p:cNvSpPr>
          <p:nvPr>
            <p:ph idx="4" sz="quarter"/>
          </p:nvPr>
        </p:nvSpPr>
        <p:spPr/>
        <p:txBody>
          <a:bodyPr/>
          <a:lstStyle/>
          <a:p>
            <a:r>
              <a:t>Placeholder idx 4 (object)</a:t>
            </a:r>
          </a:p>
          <a:p>
            <a:pPr/>
            <a:r>
              <a:t>Revenue up 12%</a:t>
            </a:r>
          </a:p>
          <a:p>
            <a:pPr lvl="1"/>
            <a:r>
              <a:t>Subscriptions</a:t>
            </a:r>
          </a:p>
          <a:p>
            <a:pPr lvl="1"/>
            <a:r>
              <a:t>Services</a:t>
            </a:r>
          </a:p>
          <a:p>
            <a:pPr/>
            <a:r>
              <a:t>Costs flat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Title Only</a:t>
            </a:r>
          </a:p>
        </p:txBody>
      </p:sp>
      <p:sp>
        <p:nvSpPr>
          <p:cNvPr id="3" name="roundRect 3"/>
          <p:cNvSpPr/>
          <p:nvPr/>
        </p:nvSpPr>
        <p:spPr>
          <a:xfrm>
            <a:off x="2286000" y="2286000"/>
            <a:ext cx="4572000" cy="2743200"/>
          </a:xfrm>
          <a:prstGeom prst="roundRect">
            <a:avLst/>
          </a:prstGeom>
          <a:solidFill>
            <a:schemeClr val="accent1"/>
          </a:solidFill>
        </p:spPr>
        <p:txBody>
          <a:bodyPr anchor="ctr"/>
          <a:lstStyle/>
          <a:p>
            <a:pPr algn="ctr"/>
            <a:r>
              <a:rPr lang="en-US" sz="2000" dirty="0">
                <a:solidFill>
                  <a:srgbClr val="FFFFFF"/>
                </a:solidFill>
              </a:rPr>
              <a:t>Shape under a title-only layout</a:t>
            </a:r>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914400" y="2743200"/>
            <a:ext cx="7315200" cy="1371600"/>
          </a:xfrm>
          <a:prstGeom prst="rect">
            <a:avLst/>
          </a:prstGeom>
          <a:ln w="12700">
            <a:solidFill>
              <a:srgbClr val="7F7F7F"/>
            </a:solidFill>
          </a:ln>
        </p:spPr>
        <p:txBody>
          <a:bodyPr wrap="square" anchor="ctr"/>
          <a:lstStyle/>
          <a:p>
            <a:pPr algn="ctr"/>
            <a:r>
              <a:rPr lang="en-US" sz="2400" dirty="0"/>
              <a:t>Blank layout: only a text box on this slide</a:t>
            </a:r>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Content with Caption</a:t>
            </a:r>
          </a:p>
        </p:txBody>
      </p:sp>
      <p:sp>
        <p:nvSpPr>
          <p:cNvPr id="3" name="Content Placeholder 2"/>
          <p:cNvSpPr>
            <a:spLocks noGrp="1"/>
          </p:cNvSpPr>
          <p:nvPr>
            <p:ph idx="1"/>
          </p:nvPr>
        </p:nvSpPr>
        <p:spPr/>
        <p:txBody>
          <a:bodyPr/>
          <a:lstStyle/>
          <a:p>
            <a:r>
              <a:t>Placeholder idx 1 (object)</a:t>
            </a:r>
          </a:p>
          <a:p>
            <a:pPr/>
            <a:r>
              <a:t>Revenue up 12%</a:t>
            </a:r>
          </a:p>
          <a:p>
            <a:pPr lvl="1"/>
            <a:r>
              <a:t>Subscriptions</a:t>
            </a:r>
          </a:p>
          <a:p>
            <a:pPr lvl="1"/>
            <a:r>
              <a:t>Services</a:t>
            </a:r>
          </a:p>
          <a:p>
            <a:pPr/>
            <a:r>
              <a:t>Costs flat</a:t>
            </a:r>
          </a:p>
        </p:txBody>
      </p:sp>
      <p:sp>
        <p:nvSpPr>
          <p:cNvPr id="4" name="Text Placeholder 3"/>
          <p:cNvSpPr>
            <a:spLocks noGrp="1"/>
          </p:cNvSpPr>
          <p:nvPr>
            <p:ph type="body" idx="2" sz="half"/>
          </p:nvPr>
        </p:nvSpPr>
        <p:spPr/>
        <p:txBody>
          <a:bodyPr/>
          <a:lstStyle/>
          <a:p>
            <a:r>
              <a:t>Placeholder idx 2 (body)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Picture with Caption</a:t>
            </a:r>
          </a:p>
        </p:txBody>
      </p:sp>
      <p:pic>
        <p:nvPicPr>
          <p:cNvPr id="3" name="Picture Placeholder 2" descr="image.jpg"/>
          <p:cNvPicPr>
            <a:picLocks noGrp="1" noChangeAspect="1"/>
          </p:cNvPicPr>
          <p:nvPr>
            <p:ph type="pic" idx="1"/>
          </p:nvPr>
        </p:nvPicPr>
        <p:blipFill>
          <a:blip r:embed="rId2"/>
          <a:srcRect/>
          <a:stretch>
            <a:fillRect/>
          </a:stretch>
        </p:blipFill>
        <p:spPr/>
      </p:pic>
      <p:sp>
        <p:nvSpPr>
          <p:cNvPr id="4" name="Text Placeholder 3"/>
          <p:cNvSpPr>
            <a:spLocks noGrp="1"/>
          </p:cNvSpPr>
          <p:nvPr>
            <p:ph type="body" idx="2" sz="half"/>
          </p:nvPr>
        </p:nvSpPr>
        <p:spPr/>
        <p:txBody>
          <a:bodyPr/>
          <a:lstStyle/>
          <a:p>
            <a:r>
              <a:t>Placeholder idx 2 (body)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Title and Vertical Text</a:t>
            </a:r>
          </a:p>
        </p:txBody>
      </p:sp>
      <p:sp>
        <p:nvSpPr>
          <p:cNvPr id="3" name="Vertical Text Placeholder 2"/>
          <p:cNvSpPr>
            <a:spLocks noGrp="1"/>
          </p:cNvSpPr>
          <p:nvPr>
            <p:ph type="body" idx="1" orient="vert"/>
          </p:nvPr>
        </p:nvSpPr>
        <p:spPr/>
        <p:txBody>
          <a:bodyPr/>
          <a:lstStyle/>
          <a:p>
            <a:r>
              <a:t>Placeholder idx 1 (body)</a:t>
            </a:r>
          </a:p>
          <a:p>
            <a:pPr/>
            <a:r>
              <a:t>Revenue up 12%</a:t>
            </a:r>
          </a:p>
          <a:p>
            <a:pPr lvl="1"/>
            <a:r>
              <a:t>Subscriptions</a:t>
            </a:r>
          </a:p>
          <a:p>
            <a:pPr lvl="1"/>
            <a:r>
              <a:t>Services</a:t>
            </a:r>
          </a:p>
          <a:p>
            <a:pPr/>
            <a:r>
              <a:t>Costs flat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ertical Title 1"/>
          <p:cNvSpPr>
            <a:spLocks noGrp="1"/>
          </p:cNvSpPr>
          <p:nvPr>
            <p:ph type="title" orient="vert"/>
          </p:nvPr>
        </p:nvSpPr>
        <p:spPr/>
        <p:txBody>
          <a:bodyPr/>
          <a:lstStyle/>
          <a:p>
            <a:r>
              <a:t>Vertical Title and Text</a:t>
            </a:r>
          </a:p>
        </p:txBody>
      </p:sp>
      <p:sp>
        <p:nvSpPr>
          <p:cNvPr id="3" name="Vertical Text Placeholder 2"/>
          <p:cNvSpPr>
            <a:spLocks noGrp="1"/>
          </p:cNvSpPr>
          <p:nvPr>
            <p:ph type="body" idx="1" orient="vert"/>
          </p:nvPr>
        </p:nvSpPr>
        <p:spPr/>
        <p:txBody>
          <a:bodyPr/>
          <a:lstStyle/>
          <a:p>
            <a:r>
              <a:t>Placeholder idx 1 (body)</a:t>
            </a:r>
          </a:p>
          <a:p>
            <a:pPr/>
            <a:r>
              <a:t>Revenue up 12%</a:t>
            </a:r>
          </a:p>
          <a:p>
            <a:pPr lvl="1"/>
            <a:r>
              <a:t>Subscriptions</a:t>
            </a:r>
          </a:p>
          <a:p>
            <a:pPr lvl="1"/>
            <a:r>
              <a:t>Services</a:t>
            </a:r>
          </a:p>
          <a:p>
            <a:pPr/>
            <a:r>
              <a:t>Costs flat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pptx_engine corpus generator (python-pptx 1.0.2)</Application>
  <PresentationFormat>On-screen Show (4:3)</PresentationFormat>
  <Slides>11</Slides>
  <Notes>0</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Placeholders: every layout of the default template</dc:title>
  <dc:subject>pptx_engine test corpus</dc:subject>
  <dc:creator>pptx_engine corpus generator</dc:creator>
  <cp:keywords>placeholders, layouts, inheritance, picture-placeholder</cp:keywords>
  <dc:description>One slide per layout of the default Office template (title slide, title and content, section header, two content, comparison, title only, blank, content with caption, picture with caption, vertical layouts) with placeholder text inheriting master/layout formatting.</dc:description>
  <cp:lastModifiedBy>pptx_engine corpus generator</cp:lastModifiedBy>
  <cp:revision>1</cp:revision>
  <dcterms:created xsi:type="dcterms:W3CDTF">2024-01-01T00:00:00Z</dcterms:created>
  <dcterms:modified xsi:type="dcterms:W3CDTF">2024-01-01T00:00:00Z</dcterms:modified>
</cp:coreProperties>
</file>