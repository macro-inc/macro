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5" r:id="rId11"/>
    <p:sldMasterId id="2147483666" r:id="rId12"/>
  </p:sldMasterIdLst>
  <p:sldIdLst>
    <p:sldId id="256" r:id="rId13"/>
    <p:sldId id="257" r:id="rId14"/>
    <p:sldId id="258" r:id="rId15"/>
    <p:sldId id="259" r:id="rId16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5A9E55-7FB6-5969-90C9-7E95FBBA0C6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139D52-9B43-539B-A22C-5567BE1A52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75CDD0FA-F24A-5613-88B9-017747077EC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DDC4E33C-2DFE-5728-AD67-6ED75837E7B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BC555389-1757-50C0-BDBE-0554834614E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6B46FFB-C01F-597D-9C7A-365FEF1093F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8CB3BB5-2650-5165-AAE1-A2964F327BC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0493DF51-9E39-5F99-973C-3FB367FF507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0442D62-2F9F-5EB1-9B1A-41C1343C3B1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9E99C7-6A43-5426-A5E7-096D7AC0017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anchorCtr="1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F55D15E-D1EB-50E5-B665-B0EDD157C34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3FCFAAE-9CDD-5FFC-8993-E131C82705B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C49812-BA5E-5720-BF9A-8111983AAC8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537D260-8D95-5179-B643-961256E3CD8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9310201-D2F2-5212-97C1-CD1B39D0D87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5D8F29E-D42A-53D5-8A47-C85E926450F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8B29156-0386-5B7F-9726-B23AF0FA10B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-32400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FECF0B8-2AD6-599A-B332-AF2E6A4B80E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E28631-BB5F-53CD-B9B7-743CD7485F4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Solid fills and alpha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7" name="ellipse 3"/>
          <p:cNvSpPr/>
          <p:nvPr/>
        </p:nvSpPr>
        <p:spPr>
          <a:xfrm>
            <a:off x="731520" y="1645920"/>
            <a:ext cx="2377080" cy="2377080"/>
          </a:xfrm>
          <a:prstGeom prst="ellipse">
            <a:avLst/>
          </a:prstGeom>
          <a:solidFill>
            <a:srgbClr val="c00000"/>
          </a:solidFill>
          <a:ln w="1260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Box 4"/>
          <p:cNvSpPr/>
          <p:nvPr/>
        </p:nvSpPr>
        <p:spPr>
          <a:xfrm>
            <a:off x="731520" y="411480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04040"/>
                </a:solidFill>
                <a:latin typeface="Calibri"/>
              </a:rPr>
              <a:t>alpha 100%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ellipse 5"/>
          <p:cNvSpPr/>
          <p:nvPr/>
        </p:nvSpPr>
        <p:spPr>
          <a:xfrm>
            <a:off x="1920240" y="2103120"/>
            <a:ext cx="2377080" cy="2377080"/>
          </a:xfrm>
          <a:prstGeom prst="ellipse">
            <a:avLst/>
          </a:prstGeom>
          <a:solidFill>
            <a:srgbClr val="0070c0">
              <a:alpha val="75000"/>
            </a:srgbClr>
          </a:solidFill>
          <a:ln w="12600">
            <a:solidFill>
              <a:srgbClr val="0070c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Box 6"/>
          <p:cNvSpPr/>
          <p:nvPr/>
        </p:nvSpPr>
        <p:spPr>
          <a:xfrm>
            <a:off x="1920240" y="457200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04040"/>
                </a:solidFill>
                <a:latin typeface="Calibri"/>
              </a:rPr>
              <a:t>alpha 75%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ellipse 7"/>
          <p:cNvSpPr/>
          <p:nvPr/>
        </p:nvSpPr>
        <p:spPr>
          <a:xfrm>
            <a:off x="3108960" y="2560320"/>
            <a:ext cx="2377080" cy="2377080"/>
          </a:xfrm>
          <a:prstGeom prst="ellipse">
            <a:avLst/>
          </a:prstGeom>
          <a:solidFill>
            <a:srgbClr val="00b050">
              <a:alpha val="50000"/>
            </a:srgbClr>
          </a:solidFill>
          <a:ln w="12600">
            <a:solidFill>
              <a:srgbClr val="00b0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TextBox 8"/>
          <p:cNvSpPr/>
          <p:nvPr/>
        </p:nvSpPr>
        <p:spPr>
          <a:xfrm>
            <a:off x="3108960" y="502920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04040"/>
                </a:solidFill>
                <a:latin typeface="Calibri"/>
              </a:rPr>
              <a:t>alpha 50%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ellipse 9"/>
          <p:cNvSpPr/>
          <p:nvPr/>
        </p:nvSpPr>
        <p:spPr>
          <a:xfrm>
            <a:off x="4297680" y="3017520"/>
            <a:ext cx="2377080" cy="2377080"/>
          </a:xfrm>
          <a:prstGeom prst="ellipse">
            <a:avLst/>
          </a:prstGeom>
          <a:solidFill>
            <a:srgbClr val="ffc000">
              <a:alpha val="25000"/>
            </a:srgbClr>
          </a:solidFill>
          <a:ln w="12600">
            <a:solidFill>
              <a:srgbClr val="ffc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10"/>
          <p:cNvSpPr/>
          <p:nvPr/>
        </p:nvSpPr>
        <p:spPr>
          <a:xfrm>
            <a:off x="4297680" y="5486400"/>
            <a:ext cx="2377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360" rIns="18360" tIns="18360" bIns="18360" anchor="t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404040"/>
                </a:solidFill>
                <a:latin typeface="Calibri"/>
              </a:rPr>
              <a:t>alpha 25%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rect 11"/>
          <p:cNvSpPr/>
          <p:nvPr/>
        </p:nvSpPr>
        <p:spPr>
          <a:xfrm>
            <a:off x="5852160" y="1463040"/>
            <a:ext cx="2742840" cy="4937400"/>
          </a:xfrm>
          <a:prstGeom prst="rect">
            <a:avLst/>
          </a:prstGeom>
          <a:pattFill prst="smCheck">
            <a:fgClr>
              <a:srgbClr val="bfbfbf"/>
            </a:fgClr>
            <a:bgClr>
              <a:srgbClr val="ffffff"/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rect 12"/>
          <p:cNvSpPr/>
          <p:nvPr/>
        </p:nvSpPr>
        <p:spPr>
          <a:xfrm>
            <a:off x="6035040" y="1645920"/>
            <a:ext cx="2377080" cy="914040"/>
          </a:xfrm>
          <a:prstGeom prst="rect">
            <a:avLst/>
          </a:prstGeom>
          <a:solidFill>
            <a:schemeClr val="accent1">
              <a:alpha val="9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accent1 alpha 90%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rect 13"/>
          <p:cNvSpPr/>
          <p:nvPr/>
        </p:nvSpPr>
        <p:spPr>
          <a:xfrm>
            <a:off x="6035040" y="2834640"/>
            <a:ext cx="2377080" cy="914040"/>
          </a:xfrm>
          <a:prstGeom prst="rect">
            <a:avLst/>
          </a:prstGeom>
          <a:solidFill>
            <a:schemeClr val="accent1">
              <a:alpha val="6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accent1 alpha 60%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rect 14"/>
          <p:cNvSpPr/>
          <p:nvPr/>
        </p:nvSpPr>
        <p:spPr>
          <a:xfrm>
            <a:off x="6035040" y="4023360"/>
            <a:ext cx="2377080" cy="914040"/>
          </a:xfrm>
          <a:prstGeom prst="rect">
            <a:avLst/>
          </a:prstGeom>
          <a:solidFill>
            <a:schemeClr val="accent1">
              <a:alpha val="3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accent1 alpha 30%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rect 15"/>
          <p:cNvSpPr/>
          <p:nvPr/>
        </p:nvSpPr>
        <p:spPr>
          <a:xfrm>
            <a:off x="6035040" y="5212080"/>
            <a:ext cx="2377080" cy="914040"/>
          </a:xfrm>
          <a:prstGeom prst="rect">
            <a:avLst/>
          </a:prstGeom>
          <a:solidFill>
            <a:schemeClr val="accent1">
              <a:alpha val="10000"/>
            </a:scheme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accent1 alpha 10%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Linear gradients: angles and stops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rect 3"/>
          <p:cNvSpPr/>
          <p:nvPr/>
        </p:nvSpPr>
        <p:spPr>
          <a:xfrm>
            <a:off x="365760" y="1371600"/>
            <a:ext cx="1919880" cy="1096920"/>
          </a:xfrm>
          <a:prstGeom prst="rect">
            <a:avLst/>
          </a:prstGeom>
          <a:gradFill rotWithShape="0">
            <a:gsLst>
              <a:gs pos="0">
                <a:srgbClr val="1f4e79"/>
              </a:gs>
              <a:gs pos="100000">
                <a:srgbClr val="bdd7ee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lin 0°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rect 4"/>
          <p:cNvSpPr/>
          <p:nvPr/>
        </p:nvSpPr>
        <p:spPr>
          <a:xfrm>
            <a:off x="2514600" y="1371600"/>
            <a:ext cx="1919880" cy="1096920"/>
          </a:xfrm>
          <a:prstGeom prst="rect">
            <a:avLst/>
          </a:prstGeom>
          <a:gradFill rotWithShape="0">
            <a:gsLst>
              <a:gs pos="0">
                <a:srgbClr val="1f4e79"/>
              </a:gs>
              <a:gs pos="100000">
                <a:srgbClr val="bdd7ee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lin 45°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rect 5"/>
          <p:cNvSpPr/>
          <p:nvPr/>
        </p:nvSpPr>
        <p:spPr>
          <a:xfrm>
            <a:off x="4663440" y="1371600"/>
            <a:ext cx="1919880" cy="1096920"/>
          </a:xfrm>
          <a:prstGeom prst="rect">
            <a:avLst/>
          </a:prstGeom>
          <a:gradFill rotWithShape="0">
            <a:gsLst>
              <a:gs pos="0">
                <a:srgbClr val="1f4e79"/>
              </a:gs>
              <a:gs pos="100000">
                <a:srgbClr val="bdd7ee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lin 90°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rect 6"/>
          <p:cNvSpPr/>
          <p:nvPr/>
        </p:nvSpPr>
        <p:spPr>
          <a:xfrm>
            <a:off x="6812280" y="1371600"/>
            <a:ext cx="1919880" cy="1096920"/>
          </a:xfrm>
          <a:prstGeom prst="rect">
            <a:avLst/>
          </a:prstGeom>
          <a:gradFill rotWithShape="0">
            <a:gsLst>
              <a:gs pos="0">
                <a:srgbClr val="1f4e79"/>
              </a:gs>
              <a:gs pos="100000">
                <a:srgbClr val="bdd7ee"/>
              </a:gs>
            </a:gsLst>
            <a:lin ang="81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lin 135°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rect 7"/>
          <p:cNvSpPr/>
          <p:nvPr/>
        </p:nvSpPr>
        <p:spPr>
          <a:xfrm>
            <a:off x="365760" y="2788920"/>
            <a:ext cx="1919880" cy="1096920"/>
          </a:xfrm>
          <a:prstGeom prst="rect">
            <a:avLst/>
          </a:prstGeom>
          <a:gradFill rotWithShape="0">
            <a:gsLst>
              <a:gs pos="0">
                <a:srgbClr val="1f4e79"/>
              </a:gs>
              <a:gs pos="100000">
                <a:srgbClr val="bdd7ee"/>
              </a:gs>
            </a:gsLst>
            <a:lin ang="108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lin 180°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ect 8"/>
          <p:cNvSpPr/>
          <p:nvPr/>
        </p:nvSpPr>
        <p:spPr>
          <a:xfrm>
            <a:off x="2514600" y="2788920"/>
            <a:ext cx="1919880" cy="1096920"/>
          </a:xfrm>
          <a:prstGeom prst="rect">
            <a:avLst/>
          </a:prstGeom>
          <a:gradFill rotWithShape="0">
            <a:gsLst>
              <a:gs pos="0">
                <a:srgbClr val="1f4e79"/>
              </a:gs>
              <a:gs pos="100000">
                <a:srgbClr val="bdd7ee"/>
              </a:gs>
            </a:gsLst>
            <a:lin ang="135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lin 225°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rect 9"/>
          <p:cNvSpPr/>
          <p:nvPr/>
        </p:nvSpPr>
        <p:spPr>
          <a:xfrm>
            <a:off x="4663440" y="2788920"/>
            <a:ext cx="1919880" cy="1096920"/>
          </a:xfrm>
          <a:prstGeom prst="rect">
            <a:avLst/>
          </a:prstGeom>
          <a:gradFill rotWithShape="0">
            <a:gsLst>
              <a:gs pos="0">
                <a:srgbClr val="1f4e79"/>
              </a:gs>
              <a:gs pos="100000">
                <a:srgbClr val="bdd7ee"/>
              </a:gs>
            </a:gsLst>
            <a:lin ang="162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lin 270°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rect 10"/>
          <p:cNvSpPr/>
          <p:nvPr/>
        </p:nvSpPr>
        <p:spPr>
          <a:xfrm>
            <a:off x="6812280" y="2788920"/>
            <a:ext cx="1919880" cy="1096920"/>
          </a:xfrm>
          <a:prstGeom prst="rect">
            <a:avLst/>
          </a:prstGeom>
          <a:gradFill rotWithShape="0">
            <a:gsLst>
              <a:gs pos="0">
                <a:srgbClr val="1f4e79"/>
              </a:gs>
              <a:gs pos="100000">
                <a:srgbClr val="bdd7ee"/>
              </a:gs>
            </a:gsLst>
            <a:lin ang="189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</a:rPr>
              <a:t>lin 315°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rect 11"/>
          <p:cNvSpPr/>
          <p:nvPr/>
        </p:nvSpPr>
        <p:spPr>
          <a:xfrm>
            <a:off x="365760" y="4297680"/>
            <a:ext cx="2651400" cy="1005480"/>
          </a:xfrm>
          <a:prstGeom prst="rect">
            <a:avLst/>
          </a:prstGeom>
          <a:gradFill rotWithShape="0">
            <a:gsLst>
              <a:gs pos="0">
                <a:srgbClr val="c00000"/>
              </a:gs>
              <a:gs pos="50000">
                <a:srgbClr val="ffff00"/>
              </a:gs>
              <a:gs pos="100000">
                <a:srgbClr val="00b050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3 stops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rect 12"/>
          <p:cNvSpPr/>
          <p:nvPr/>
        </p:nvSpPr>
        <p:spPr>
          <a:xfrm>
            <a:off x="3200400" y="4297680"/>
            <a:ext cx="2651400" cy="1005480"/>
          </a:xfrm>
          <a:prstGeom prst="rect">
            <a:avLst/>
          </a:prstGeom>
          <a:gradFill rotWithShape="0">
            <a:gsLst>
              <a:gs pos="0">
                <a:srgbClr val="7030a0"/>
              </a:gs>
              <a:gs pos="25000">
                <a:srgbClr val="0070c0"/>
              </a:gs>
              <a:gs pos="50000">
                <a:srgbClr val="00b050"/>
              </a:gs>
              <a:gs pos="75000">
                <a:srgbClr val="ffc000"/>
              </a:gs>
              <a:gs pos="100000">
                <a:srgbClr val="c00000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5 stops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ect 13"/>
          <p:cNvSpPr/>
          <p:nvPr/>
        </p:nvSpPr>
        <p:spPr>
          <a:xfrm>
            <a:off x="6035040" y="4297680"/>
            <a:ext cx="2651400" cy="100548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30000">
                <a:srgbClr val="ffffff"/>
              </a:gs>
              <a:gs pos="31000">
                <a:srgbClr val="c00000"/>
              </a:gs>
              <a:gs pos="100000">
                <a:srgbClr val="c00000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hard stop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rect 14"/>
          <p:cNvSpPr/>
          <p:nvPr/>
        </p:nvSpPr>
        <p:spPr>
          <a:xfrm>
            <a:off x="365760" y="5486400"/>
            <a:ext cx="4023000" cy="1096920"/>
          </a:xfrm>
          <a:prstGeom prst="rect">
            <a:avLst/>
          </a:prstGeom>
          <a:gradFill rotWithShape="0">
            <a:gsLst>
              <a:gs pos="0">
                <a:srgbClr val="c00000"/>
              </a:gs>
              <a:gs pos="50000">
                <a:srgbClr val="ffff00"/>
              </a:gs>
              <a:gs pos="100000">
                <a:srgbClr val="00b050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45° scaled=1 on wide box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rect 15"/>
          <p:cNvSpPr/>
          <p:nvPr/>
        </p:nvSpPr>
        <p:spPr>
          <a:xfrm>
            <a:off x="4663440" y="5486400"/>
            <a:ext cx="4023000" cy="1096920"/>
          </a:xfrm>
          <a:prstGeom prst="rect">
            <a:avLst/>
          </a:prstGeom>
          <a:gradFill rotWithShape="0">
            <a:gsLst>
              <a:gs pos="0">
                <a:srgbClr val="c00000"/>
              </a:gs>
              <a:gs pos="50000">
                <a:srgbClr val="ffff00"/>
              </a:gs>
              <a:gs pos="100000">
                <a:srgbClr val="00b050"/>
              </a:gs>
            </a:gsLst>
            <a:lin ang="27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45° scaled=0 on wide box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Path gradients and rotWithShape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5" name="rect 3"/>
          <p:cNvSpPr/>
          <p:nvPr/>
        </p:nvSpPr>
        <p:spPr>
          <a:xfrm>
            <a:off x="365760" y="1371600"/>
            <a:ext cx="2712240" cy="14857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2f5597"/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circle center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rect 4"/>
          <p:cNvSpPr/>
          <p:nvPr/>
        </p:nvSpPr>
        <p:spPr>
          <a:xfrm>
            <a:off x="3215520" y="1371600"/>
            <a:ext cx="2712240" cy="1485720"/>
          </a:xfrm>
          <a:prstGeom prst="rect">
            <a:avLst/>
          </a:prstGeom>
          <a:gradFill rotWithShape="0">
            <a:gsLst>
              <a:gs pos="0">
                <a:srgbClr val="2f5597"/>
              </a:gs>
              <a:gs pos="100000">
                <a:srgbClr val="ffffff"/>
              </a:gs>
            </a:gsLst>
            <a:lin ang="135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circle top-left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ect 5"/>
          <p:cNvSpPr/>
          <p:nvPr/>
        </p:nvSpPr>
        <p:spPr>
          <a:xfrm>
            <a:off x="6065640" y="1371600"/>
            <a:ext cx="2712240" cy="14857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2f5597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rect center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rect 6"/>
          <p:cNvSpPr/>
          <p:nvPr/>
        </p:nvSpPr>
        <p:spPr>
          <a:xfrm>
            <a:off x="365760" y="2994840"/>
            <a:ext cx="2712240" cy="14857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2f5597"/>
              </a:gs>
            </a:gsLst>
            <a:path path="rect">
              <a:fillToRect l="100000" t="100000" r="0" b="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rect bottom-right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star7 7"/>
          <p:cNvSpPr/>
          <p:nvPr/>
        </p:nvSpPr>
        <p:spPr>
          <a:xfrm>
            <a:off x="3215520" y="2994840"/>
            <a:ext cx="2712240" cy="1485720"/>
          </a:xfrm>
          <a:prstGeom prst="star7">
            <a:avLst>
              <a:gd name="adj" fmla="val 34601"/>
              <a:gd name="hf" fmla="val 102572"/>
              <a:gd name="vf" fmla="val 105210"/>
            </a:avLst>
          </a:prstGeom>
          <a:gradFill rotWithShape="0">
            <a:gsLst>
              <a:gs pos="0">
                <a:srgbClr val="ffffff"/>
              </a:gs>
              <a:gs pos="100000">
                <a:srgbClr val="2f5597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shape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rect 8"/>
          <p:cNvSpPr/>
          <p:nvPr/>
        </p:nvSpPr>
        <p:spPr>
          <a:xfrm>
            <a:off x="6065640" y="2994840"/>
            <a:ext cx="2712240" cy="14857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2f5597"/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circle wide ftr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rect 9"/>
          <p:cNvSpPr/>
          <p:nvPr/>
        </p:nvSpPr>
        <p:spPr>
          <a:xfrm rot="2400000">
            <a:off x="1280160" y="5120280"/>
            <a:ext cx="2194200" cy="1096920"/>
          </a:xfrm>
          <a:prstGeom prst="rect">
            <a:avLst/>
          </a:prstGeom>
          <a:gradFill rotWithShape="0">
            <a:gsLst>
              <a:gs pos="0">
                <a:srgbClr val="c00000"/>
              </a:gs>
              <a:gs pos="100000">
                <a:srgbClr val="ffc000"/>
              </a:gs>
            </a:gsLst>
            <a:lin ang="2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rot 40, rotWithShape=1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rect 10"/>
          <p:cNvSpPr/>
          <p:nvPr/>
        </p:nvSpPr>
        <p:spPr>
          <a:xfrm rot="2400000">
            <a:off x="5303520" y="5120280"/>
            <a:ext cx="2194200" cy="1096920"/>
          </a:xfrm>
          <a:prstGeom prst="rect">
            <a:avLst/>
          </a:prstGeom>
          <a:gradFill rotWithShape="0">
            <a:gsLst>
              <a:gs pos="0">
                <a:srgbClr val="c00000"/>
              </a:gs>
              <a:gs pos="100000">
                <a:srgbClr val="ffc000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chemeClr val="dk1"/>
                </a:solidFill>
                <a:latin typeface="Calibri"/>
              </a:rPr>
              <a:t>rot 40, rotWithShape=0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Gradients with transparency and tileRect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4" name="rect 3"/>
          <p:cNvSpPr/>
          <p:nvPr/>
        </p:nvSpPr>
        <p:spPr>
          <a:xfrm>
            <a:off x="365760" y="1371600"/>
            <a:ext cx="8412120" cy="5120280"/>
          </a:xfrm>
          <a:prstGeom prst="rect">
            <a:avLst/>
          </a:prstGeom>
          <a:pattFill prst="openDmnd">
            <a:fgClr>
              <a:srgbClr val="d9d9d9"/>
            </a:fgClr>
            <a:bgClr>
              <a:srgbClr val="ffffff"/>
            </a:bgClr>
          </a:patt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rect 4"/>
          <p:cNvSpPr/>
          <p:nvPr/>
        </p:nvSpPr>
        <p:spPr>
          <a:xfrm>
            <a:off x="731520" y="1737360"/>
            <a:ext cx="3657240" cy="2011320"/>
          </a:xfrm>
          <a:prstGeom prst="rect">
            <a:avLst/>
          </a:prstGeom>
          <a:gradFill rotWithShape="0">
            <a:gsLst>
              <a:gs pos="0">
                <a:srgbClr val="0070c0"/>
              </a:gs>
              <a:gs pos="100000">
                <a:srgbClr val="0070c0">
                  <a:alpha val="0"/>
                </a:srgbClr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opaque → transparent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ellipse 5"/>
          <p:cNvSpPr/>
          <p:nvPr/>
        </p:nvSpPr>
        <p:spPr>
          <a:xfrm>
            <a:off x="4754880" y="1737360"/>
            <a:ext cx="3657240" cy="2011320"/>
          </a:xfrm>
          <a:prstGeom prst="ellipse">
            <a:avLst/>
          </a:prstGeom>
          <a:gradFill rotWithShape="0">
            <a:gsLst>
              <a:gs pos="0">
                <a:srgbClr val="ffffff"/>
              </a:gs>
              <a:gs pos="100000">
                <a:srgbClr val="c00000">
                  <a:alpha val="2000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radial alpha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rect 6"/>
          <p:cNvSpPr/>
          <p:nvPr/>
        </p:nvSpPr>
        <p:spPr>
          <a:xfrm>
            <a:off x="731520" y="4114800"/>
            <a:ext cx="3657240" cy="2011320"/>
          </a:xfrm>
          <a:prstGeom prst="rect">
            <a:avLst/>
          </a:prstGeom>
          <a:gradFill rotWithShape="0">
            <a:gsLst>
              <a:gs pos="0">
                <a:srgbClr val="00b050"/>
              </a:gs>
              <a:gs pos="100000">
                <a:srgbClr val="002060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tileRect r=-100% flip=x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rect 7"/>
          <p:cNvSpPr/>
          <p:nvPr/>
        </p:nvSpPr>
        <p:spPr>
          <a:xfrm>
            <a:off x="4754880" y="4114800"/>
            <a:ext cx="3657240" cy="2011320"/>
          </a:xfrm>
          <a:prstGeom prst="rect">
            <a:avLst/>
          </a:prstGeom>
          <a:gradFill rotWithShape="0">
            <a:gsLst>
              <a:gs pos="0">
                <a:srgbClr val="ffc000"/>
              </a:gs>
              <a:gs pos="100000">
                <a:srgbClr val="7f3f00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0" lang="en-US" sz="1200" spc="-1" strike="noStrike">
                <a:solidFill>
                  <a:schemeClr val="dk1"/>
                </a:solidFill>
                <a:latin typeface="Calibri"/>
              </a:rPr>
              <a:t>path rect with tileRect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LibreOffice round trip of fills-solid-gradient</dc:title>
  <dc:subject>pptx_engine test corpus</dc:subject>
  <dc:creator>pptx_engine corpus generator</dc:creator>
  <cp:keywords>libreoffice-export</cp:keywords>
  <dc:description>LibreOffice 24.2 round trip (pptx -&gt; odp -&gt; pptx) of generated/fills-solid-gradient.pptx, giving LibreOffice-written PresentationML/DrawingML for the same content.</dc:description>
  <cp:lastModifiedBy>pptx_engine corpus generator</cp:lastModifiedBy>
  <cp:revision>1</cp:revision>
  <dcterms:created xsi:type="dcterms:W3CDTF">2024-01-01T00:00:00Z</dcterms:created>
  <dcterms:modified xsi:type="dcterms:W3CDTF">2024-01-01T00:00:00Z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  <property fmtid="{D5CDD505-2E9C-101B-9397-08002B2CF9AE}" pid="3" name="Slides">
    <vt:r8>4</vt:r8>
  </property>
</Properties>
</file>