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gif"/><Relationship Id="rId5" Type="http://schemas.openxmlformats.org/officeDocument/2006/relationships/image" Target="../media/image4.bmp"/><Relationship Id="rId6" Type="http://schemas.openxmlformats.org/officeDocument/2006/relationships/image" Target="../media/image5.tiff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Raster formats</a:t>
            </a:r>
          </a:p>
        </p:txBody>
      </p:sp>
      <p:sp>
        <p:nvSpPr>
          <p:cNvPr id="3" name="rect 3"/>
          <p:cNvSpPr/>
          <p:nvPr/>
        </p:nvSpPr>
        <p:spPr>
          <a:xfrm>
            <a:off x="365760" y="1371600"/>
            <a:ext cx="2743200" cy="2103120"/>
          </a:xfrm>
          <a:prstGeom prst="rect">
            <a:avLst/>
          </a:prstGeom>
          <a:pattFill prst="lgCheck">
            <a:fgClr>
              <a:srgbClr val="BFBFBF"/>
            </a:fgClr>
            <a:bgClr>
              <a:srgbClr val="FFFFFF"/>
            </a:bgClr>
          </a:pattFill>
        </p:spPr>
      </p:sp>
      <p:pic>
        <p:nvPicPr>
          <p:cNvPr id="4" name="PNG with alpha" descr="PNG with alpha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5760" y="1371600"/>
            <a:ext cx="2743200" cy="2057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65760" y="3456432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PNG with alpha</a:t>
            </a:r>
            <a:endParaRPr lang="en-US" dirty="0"/>
          </a:p>
        </p:txBody>
      </p:sp>
      <p:pic>
        <p:nvPicPr>
          <p:cNvPr id="6" name="JPEG" descr="JPE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91840" y="1371600"/>
            <a:ext cx="2743200" cy="2057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291840" y="3456432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JPEG</a:t>
            </a:r>
            <a:endParaRPr lang="en-US" dirty="0"/>
          </a:p>
        </p:txBody>
      </p:sp>
      <p:pic>
        <p:nvPicPr>
          <p:cNvPr id="8" name="GIF (transparent index)" descr="GIF (transparent index)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17920" y="1371600"/>
            <a:ext cx="2560320" cy="192024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217920" y="3319272"/>
            <a:ext cx="256032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GIF (transparent index)</a:t>
            </a:r>
            <a:endParaRPr lang="en-US" dirty="0"/>
          </a:p>
        </p:txBody>
      </p:sp>
      <p:pic>
        <p:nvPicPr>
          <p:cNvPr id="10" name="BMP 24-bit" descr="BMP 24-bit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65760" y="4023360"/>
            <a:ext cx="2743200" cy="2057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65760" y="6108192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BMP 24-bit</a:t>
            </a:r>
            <a:endParaRPr lang="en-US" dirty="0"/>
          </a:p>
        </p:txBody>
      </p:sp>
      <p:pic>
        <p:nvPicPr>
          <p:cNvPr id="12" name="TIFF (LZW)" descr="TIFF (LZW)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291840" y="4023360"/>
            <a:ext cx="2743200" cy="205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291840" y="6108192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TIFF (LZW)</a:t>
            </a:r>
            <a:endParaRPr lang="en-US" dirty="0"/>
          </a:p>
        </p:txBody>
      </p:sp>
      <p:pic>
        <p:nvPicPr>
          <p:cNvPr id="14" name="PNG RGB" descr="PNG RGB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217920" y="4023360"/>
            <a:ext cx="2560320" cy="192024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217920" y="5971032"/>
            <a:ext cx="256032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PNG RGB</a:t>
            </a:r>
            <a:endParaRPr lang="en-US" dirty="0"/>
          </a:p>
        </p:txBody>
      </p:sp>
      <p:sp>
        <p:nvSpPr>
          <p:cNvPr id="16" name="rect 16"/>
          <p:cNvSpPr/>
          <p:nvPr/>
        </p:nvSpPr>
        <p:spPr>
          <a:xfrm>
            <a:off x="6217920" y="1371600"/>
            <a:ext cx="2560320" cy="1920240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Scaling: stretched, tiny, large</a:t>
            </a:r>
          </a:p>
        </p:txBody>
      </p:sp>
      <p:pic>
        <p:nvPicPr>
          <p:cNvPr id="3" name="scaled 0" descr="scaled 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5760" y="1371600"/>
            <a:ext cx="4114800" cy="1097280"/>
          </a:xfrm>
          <a:prstGeom prst="rect">
            <a:avLst/>
          </a:prstGeom>
        </p:spPr>
      </p:pic>
      <p:pic>
        <p:nvPicPr>
          <p:cNvPr id="4" name="scaled 1" descr="scaled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5760" y="2743200"/>
            <a:ext cx="914400" cy="3657600"/>
          </a:xfrm>
          <a:prstGeom prst="rect">
            <a:avLst/>
          </a:prstGeom>
        </p:spPr>
      </p:pic>
      <p:pic>
        <p:nvPicPr>
          <p:cNvPr id="5" name="scaled 2" descr="scaled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54480" y="2743200"/>
            <a:ext cx="274320" cy="201168"/>
          </a:xfrm>
          <a:prstGeom prst="rect">
            <a:avLst/>
          </a:prstGeom>
        </p:spPr>
      </p:pic>
      <p:pic>
        <p:nvPicPr>
          <p:cNvPr id="6" name="scaled 3" descr="scaled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03120" y="2743200"/>
            <a:ext cx="6675120" cy="3840480"/>
          </a:xfrm>
          <a:prstGeom prst="rect">
            <a:avLst/>
          </a:prstGeom>
        </p:spPr>
      </p:pic>
      <p:pic>
        <p:nvPicPr>
          <p:cNvPr id="7" name="gif stretched" descr="gif stretched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54880" y="1371600"/>
            <a:ext cx="402336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2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Pictures: PNG (alpha), JPEG, GIF, BMP, TIFF</dc:title>
  <dc:subject>pptx_engine test corpus</dc:subject>
  <dc:creator>pptx_engine corpus generator</dc:creator>
  <cp:keywords>pictures, png, jpeg, gif, bmp, tiff, alpha</cp:keywords>
  <dc:description>Raster picture formats placed at native aspect and scaled non-uniformly, PNG transparency over a checkerboard, palette GIF with a transparent index, and tiny/huge scaling.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