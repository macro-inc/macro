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Adjust values 1/3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" y="1399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roundRect</a:t>
            </a:r>
            <a:endParaRPr lang="en-US" dirty="0"/>
          </a:p>
        </p:txBody>
      </p:sp>
      <p:sp>
        <p:nvSpPr>
          <p:cNvPr id="4" name="roundRect 0"/>
          <p:cNvSpPr/>
          <p:nvPr/>
        </p:nvSpPr>
        <p:spPr>
          <a:xfrm>
            <a:off x="1828800" y="1234440"/>
            <a:ext cx="1097280" cy="566928"/>
          </a:xfrm>
          <a:prstGeom prst="roundRect">
            <a:avLst>
              <a:gd name="adj" fmla="val 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94436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6" name="roundRect 1"/>
          <p:cNvSpPr/>
          <p:nvPr/>
        </p:nvSpPr>
        <p:spPr>
          <a:xfrm>
            <a:off x="3611880" y="1234440"/>
            <a:ext cx="1097280" cy="566928"/>
          </a:xfrm>
          <a:prstGeom prst="roundRect">
            <a:avLst>
              <a:gd name="adj" fmla="val 16667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72744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adj=16667</a:t>
            </a:r>
            <a:endParaRPr lang="en-US" dirty="0"/>
          </a:p>
        </p:txBody>
      </p:sp>
      <p:sp>
        <p:nvSpPr>
          <p:cNvPr id="8" name="roundRect 2"/>
          <p:cNvSpPr/>
          <p:nvPr/>
        </p:nvSpPr>
        <p:spPr>
          <a:xfrm>
            <a:off x="5394960" y="1234440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1052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10" name="roundRect 3"/>
          <p:cNvSpPr/>
          <p:nvPr/>
        </p:nvSpPr>
        <p:spPr>
          <a:xfrm>
            <a:off x="7178040" y="1234440"/>
            <a:ext cx="1097280" cy="566928"/>
          </a:xfrm>
          <a:prstGeom prst="roundRect">
            <a:avLst>
              <a:gd name="adj" fmla="val 9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29360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adj=90000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182880" y="2084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star5</a:t>
            </a:r>
            <a:endParaRPr lang="en-US" dirty="0"/>
          </a:p>
        </p:txBody>
      </p:sp>
      <p:sp>
        <p:nvSpPr>
          <p:cNvPr id="13" name="star5 0"/>
          <p:cNvSpPr/>
          <p:nvPr/>
        </p:nvSpPr>
        <p:spPr>
          <a:xfrm>
            <a:off x="1828800" y="1920240"/>
            <a:ext cx="1097280" cy="566928"/>
          </a:xfrm>
          <a:prstGeom prst="star5">
            <a:avLst>
              <a:gd name="adj" fmla="val 5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94436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</a:t>
            </a:r>
            <a:endParaRPr lang="en-US" dirty="0"/>
          </a:p>
        </p:txBody>
      </p:sp>
      <p:sp>
        <p:nvSpPr>
          <p:cNvPr id="15" name="star5 1"/>
          <p:cNvSpPr/>
          <p:nvPr/>
        </p:nvSpPr>
        <p:spPr>
          <a:xfrm>
            <a:off x="3611880" y="1920240"/>
            <a:ext cx="1097280" cy="566928"/>
          </a:xfrm>
          <a:prstGeom prst="star5">
            <a:avLst>
              <a:gd name="adj" fmla="val 19098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2744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adj=19098</a:t>
            </a:r>
            <a:endParaRPr lang="en-US" dirty="0"/>
          </a:p>
        </p:txBody>
      </p:sp>
      <p:sp>
        <p:nvSpPr>
          <p:cNvPr id="17" name="star5 2"/>
          <p:cNvSpPr/>
          <p:nvPr/>
        </p:nvSpPr>
        <p:spPr>
          <a:xfrm>
            <a:off x="5394960" y="1920240"/>
            <a:ext cx="1097280" cy="566928"/>
          </a:xfrm>
          <a:prstGeom prst="star5">
            <a:avLst>
              <a:gd name="adj" fmla="val 4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1052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adj=40000</a:t>
            </a:r>
            <a:endParaRPr lang="en-US" dirty="0"/>
          </a:p>
        </p:txBody>
      </p:sp>
      <p:sp>
        <p:nvSpPr>
          <p:cNvPr id="19" name="star5 3"/>
          <p:cNvSpPr/>
          <p:nvPr/>
        </p:nvSpPr>
        <p:spPr>
          <a:xfrm>
            <a:off x="7178040" y="1920240"/>
            <a:ext cx="1097280" cy="566928"/>
          </a:xfrm>
          <a:prstGeom prst="star5">
            <a:avLst>
              <a:gd name="adj" fmla="val 19098"/>
              <a:gd name="hf" fmla="val 70000"/>
              <a:gd name="vf" fmla="val 13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9360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adj=19098 hf=70000 vf=130000</a:t>
            </a:r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182880" y="2770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rightArrow</a:t>
            </a:r>
            <a:endParaRPr lang="en-US" dirty="0"/>
          </a:p>
        </p:txBody>
      </p:sp>
      <p:sp>
        <p:nvSpPr>
          <p:cNvPr id="22" name="rightArrow 0"/>
          <p:cNvSpPr/>
          <p:nvPr/>
        </p:nvSpPr>
        <p:spPr>
          <a:xfrm>
            <a:off x="1828800" y="2606040"/>
            <a:ext cx="1097280" cy="566928"/>
          </a:xfrm>
          <a:prstGeom prst="rightArrow">
            <a:avLst>
              <a:gd name="adj1" fmla="val 20000"/>
              <a:gd name="adj2" fmla="val 3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94436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adj1=20000 adj2=30000</a:t>
            </a:r>
            <a:endParaRPr lang="en-US" dirty="0"/>
          </a:p>
        </p:txBody>
      </p:sp>
      <p:sp>
        <p:nvSpPr>
          <p:cNvPr id="24" name="rightArrow 1"/>
          <p:cNvSpPr/>
          <p:nvPr/>
        </p:nvSpPr>
        <p:spPr>
          <a:xfrm>
            <a:off x="3611880" y="2606040"/>
            <a:ext cx="1097280" cy="5669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2744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adj1=50000 adj2=50000</a:t>
            </a:r>
            <a:endParaRPr lang="en-US" dirty="0"/>
          </a:p>
        </p:txBody>
      </p:sp>
      <p:sp>
        <p:nvSpPr>
          <p:cNvPr id="26" name="rightArrow 2"/>
          <p:cNvSpPr/>
          <p:nvPr/>
        </p:nvSpPr>
        <p:spPr>
          <a:xfrm>
            <a:off x="5394960" y="2606040"/>
            <a:ext cx="1097280" cy="566928"/>
          </a:xfrm>
          <a:prstGeom prst="rightArrow">
            <a:avLst>
              <a:gd name="adj1" fmla="val 80000"/>
              <a:gd name="adj2" fmla="val 10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1052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adj1=80000 adj2=100000</a:t>
            </a:r>
            <a:endParaRPr lang="en-US" dirty="0"/>
          </a:p>
        </p:txBody>
      </p:sp>
      <p:sp>
        <p:nvSpPr>
          <p:cNvPr id="28" name="rightArrow 3"/>
          <p:cNvSpPr/>
          <p:nvPr/>
        </p:nvSpPr>
        <p:spPr>
          <a:xfrm>
            <a:off x="7178040" y="2606040"/>
            <a:ext cx="1097280" cy="566928"/>
          </a:xfrm>
          <a:prstGeom prst="rightArrow">
            <a:avLst>
              <a:gd name="adj1" fmla="val 100000"/>
              <a:gd name="adj2" fmla="val 2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29360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adj1=100000 adj2=20000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82880" y="34564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chevron</a:t>
            </a:r>
            <a:endParaRPr lang="en-US" dirty="0"/>
          </a:p>
        </p:txBody>
      </p:sp>
      <p:sp>
        <p:nvSpPr>
          <p:cNvPr id="31" name="chevron 0"/>
          <p:cNvSpPr/>
          <p:nvPr/>
        </p:nvSpPr>
        <p:spPr>
          <a:xfrm>
            <a:off x="1828800" y="3291840"/>
            <a:ext cx="1097280" cy="566928"/>
          </a:xfrm>
          <a:prstGeom prst="chevron">
            <a:avLst>
              <a:gd name="adj" fmla="val 1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94436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</a:t>
            </a:r>
            <a:endParaRPr lang="en-US" dirty="0"/>
          </a:p>
        </p:txBody>
      </p:sp>
      <p:sp>
        <p:nvSpPr>
          <p:cNvPr id="33" name="chevron 1"/>
          <p:cNvSpPr/>
          <p:nvPr/>
        </p:nvSpPr>
        <p:spPr>
          <a:xfrm>
            <a:off x="3611880" y="3291840"/>
            <a:ext cx="1097280" cy="566928"/>
          </a:xfrm>
          <a:prstGeom prst="chevron">
            <a:avLst>
              <a:gd name="adj" fmla="val 5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72744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35" name="chevron 2"/>
          <p:cNvSpPr/>
          <p:nvPr/>
        </p:nvSpPr>
        <p:spPr>
          <a:xfrm>
            <a:off x="5394960" y="3291840"/>
            <a:ext cx="1097280" cy="566928"/>
          </a:xfrm>
          <a:prstGeom prst="chevron">
            <a:avLst>
              <a:gd name="adj" fmla="val 8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51052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adj=80000</a:t>
            </a:r>
            <a:endParaRPr lang="en-US" dirty="0"/>
          </a:p>
        </p:txBody>
      </p:sp>
      <p:sp>
        <p:nvSpPr>
          <p:cNvPr id="37" name="chevron 3"/>
          <p:cNvSpPr/>
          <p:nvPr/>
        </p:nvSpPr>
        <p:spPr>
          <a:xfrm>
            <a:off x="7178040" y="3291840"/>
            <a:ext cx="1097280" cy="566928"/>
          </a:xfrm>
          <a:prstGeom prst="chevron">
            <a:avLst>
              <a:gd name="adj" fmla="val 10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360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adj=100000</a:t>
            </a:r>
            <a:endParaRPr lang="en-US" dirty="0"/>
          </a:p>
        </p:txBody>
      </p:sp>
      <p:sp>
        <p:nvSpPr>
          <p:cNvPr id="39" name="TextBox 39"/>
          <p:cNvSpPr txBox="1"/>
          <p:nvPr/>
        </p:nvSpPr>
        <p:spPr>
          <a:xfrm>
            <a:off x="182880" y="41422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donut</a:t>
            </a:r>
            <a:endParaRPr lang="en-US" dirty="0"/>
          </a:p>
        </p:txBody>
      </p:sp>
      <p:sp>
        <p:nvSpPr>
          <p:cNvPr id="40" name="donut 0"/>
          <p:cNvSpPr/>
          <p:nvPr/>
        </p:nvSpPr>
        <p:spPr>
          <a:xfrm>
            <a:off x="1828800" y="3977640"/>
            <a:ext cx="1097280" cy="566928"/>
          </a:xfrm>
          <a:prstGeom prst="donut">
            <a:avLst>
              <a:gd name="adj" fmla="val 5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294436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</a:t>
            </a:r>
            <a:endParaRPr lang="en-US" dirty="0"/>
          </a:p>
        </p:txBody>
      </p:sp>
      <p:sp>
        <p:nvSpPr>
          <p:cNvPr id="42" name="donut 1"/>
          <p:cNvSpPr/>
          <p:nvPr/>
        </p:nvSpPr>
        <p:spPr>
          <a:xfrm>
            <a:off x="3611880" y="3977640"/>
            <a:ext cx="1097280" cy="566928"/>
          </a:xfrm>
          <a:prstGeom prst="donut">
            <a:avLst>
              <a:gd name="adj" fmla="val 25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72744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adj=25000</a:t>
            </a:r>
            <a:endParaRPr lang="en-US" dirty="0"/>
          </a:p>
        </p:txBody>
      </p:sp>
      <p:sp>
        <p:nvSpPr>
          <p:cNvPr id="44" name="donut 2"/>
          <p:cNvSpPr/>
          <p:nvPr/>
        </p:nvSpPr>
        <p:spPr>
          <a:xfrm>
            <a:off x="5394960" y="3977640"/>
            <a:ext cx="1097280" cy="566928"/>
          </a:xfrm>
          <a:prstGeom prst="donut">
            <a:avLst>
              <a:gd name="adj" fmla="val 40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052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adj=40000</a:t>
            </a:r>
            <a:endParaRPr lang="en-US" dirty="0"/>
          </a:p>
        </p:txBody>
      </p:sp>
      <p:sp>
        <p:nvSpPr>
          <p:cNvPr id="46" name="donut 3"/>
          <p:cNvSpPr/>
          <p:nvPr/>
        </p:nvSpPr>
        <p:spPr>
          <a:xfrm>
            <a:off x="7178040" y="3977640"/>
            <a:ext cx="1097280" cy="566928"/>
          </a:xfrm>
          <a:prstGeom prst="donut">
            <a:avLst>
              <a:gd name="adj" fmla="val 50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29360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182880" y="4828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blockArc</a:t>
            </a:r>
            <a:endParaRPr lang="en-US" dirty="0"/>
          </a:p>
        </p:txBody>
      </p:sp>
      <p:sp>
        <p:nvSpPr>
          <p:cNvPr id="49" name="blockArc 0"/>
          <p:cNvSpPr/>
          <p:nvPr/>
        </p:nvSpPr>
        <p:spPr>
          <a:xfrm>
            <a:off x="1828800" y="4663440"/>
            <a:ext cx="1097280" cy="566928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94436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adj1=10800000 adj2=0 adj3=25000</a:t>
            </a:r>
            <a:endParaRPr lang="en-US" dirty="0"/>
          </a:p>
        </p:txBody>
      </p:sp>
      <p:sp>
        <p:nvSpPr>
          <p:cNvPr id="51" name="blockArc 1"/>
          <p:cNvSpPr/>
          <p:nvPr/>
        </p:nvSpPr>
        <p:spPr>
          <a:xfrm>
            <a:off x="3611880" y="4663440"/>
            <a:ext cx="1097280" cy="566928"/>
          </a:xfrm>
          <a:prstGeom prst="blockArc">
            <a:avLst>
              <a:gd name="adj1" fmla="val 5400000"/>
              <a:gd name="adj2" fmla="val 16200000"/>
              <a:gd name="adj3" fmla="val 1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72744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adj1=5400000 adj2=16200000 adj3=10000</a:t>
            </a:r>
            <a:endParaRPr lang="en-US" dirty="0"/>
          </a:p>
        </p:txBody>
      </p:sp>
      <p:sp>
        <p:nvSpPr>
          <p:cNvPr id="53" name="blockArc 2"/>
          <p:cNvSpPr/>
          <p:nvPr/>
        </p:nvSpPr>
        <p:spPr>
          <a:xfrm>
            <a:off x="5394960" y="4663440"/>
            <a:ext cx="1097280" cy="566928"/>
          </a:xfrm>
          <a:prstGeom prst="blockArc">
            <a:avLst>
              <a:gd name="adj1" fmla="val 0"/>
              <a:gd name="adj2" fmla="val 18000000"/>
              <a:gd name="adj3" fmla="val 4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51052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adj2=18000000 adj3=40000</a:t>
            </a:r>
            <a:endParaRPr lang="en-US" dirty="0"/>
          </a:p>
        </p:txBody>
      </p:sp>
      <p:sp>
        <p:nvSpPr>
          <p:cNvPr id="55" name="blockArc 3"/>
          <p:cNvSpPr/>
          <p:nvPr/>
        </p:nvSpPr>
        <p:spPr>
          <a:xfrm>
            <a:off x="7178040" y="4663440"/>
            <a:ext cx="1097280" cy="566928"/>
          </a:xfrm>
          <a:prstGeom prst="blockArc">
            <a:avLst>
              <a:gd name="adj1" fmla="val 13500000"/>
              <a:gd name="adj2" fmla="val 8100000"/>
              <a:gd name="adj3" fmla="val 2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29360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adj1=13500000 adj2=8100000 adj3=20000</a:t>
            </a:r>
            <a:endParaRPr lang="en-US" dirty="0"/>
          </a:p>
        </p:txBody>
      </p:sp>
      <p:sp>
        <p:nvSpPr>
          <p:cNvPr id="57" name="TextBox 57"/>
          <p:cNvSpPr txBox="1"/>
          <p:nvPr/>
        </p:nvSpPr>
        <p:spPr>
          <a:xfrm>
            <a:off x="182880" y="5513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arc</a:t>
            </a:r>
            <a:endParaRPr lang="en-US" dirty="0"/>
          </a:p>
        </p:txBody>
      </p:sp>
      <p:sp>
        <p:nvSpPr>
          <p:cNvPr id="58" name="arc 0"/>
          <p:cNvSpPr/>
          <p:nvPr/>
        </p:nvSpPr>
        <p:spPr>
          <a:xfrm>
            <a:off x="1828800" y="5349240"/>
            <a:ext cx="1097280" cy="566928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94436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adj1=16200000 adj2=0</a:t>
            </a:r>
            <a:endParaRPr lang="en-US" dirty="0"/>
          </a:p>
        </p:txBody>
      </p:sp>
      <p:sp>
        <p:nvSpPr>
          <p:cNvPr id="60" name="arc 1"/>
          <p:cNvSpPr/>
          <p:nvPr/>
        </p:nvSpPr>
        <p:spPr>
          <a:xfrm>
            <a:off x="3611880" y="5349240"/>
            <a:ext cx="1097280" cy="566928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72744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adj1=10800000 adj2=0</a:t>
            </a:r>
            <a:endParaRPr lang="en-US" dirty="0"/>
          </a:p>
        </p:txBody>
      </p:sp>
      <p:sp>
        <p:nvSpPr>
          <p:cNvPr id="62" name="arc 2"/>
          <p:cNvSpPr/>
          <p:nvPr/>
        </p:nvSpPr>
        <p:spPr>
          <a:xfrm>
            <a:off x="5394960" y="5349240"/>
            <a:ext cx="1097280" cy="56692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51052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adj2=10800000</a:t>
            </a:r>
            <a:endParaRPr lang="en-US" dirty="0"/>
          </a:p>
        </p:txBody>
      </p:sp>
      <p:sp>
        <p:nvSpPr>
          <p:cNvPr id="64" name="arc 3"/>
          <p:cNvSpPr/>
          <p:nvPr/>
        </p:nvSpPr>
        <p:spPr>
          <a:xfrm>
            <a:off x="7178040" y="5349240"/>
            <a:ext cx="1097280" cy="566928"/>
          </a:xfrm>
          <a:prstGeom prst="arc">
            <a:avLst>
              <a:gd name="adj1" fmla="val 2700000"/>
              <a:gd name="adj2" fmla="val 8100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29360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adj1=2700000 adj2=8100000</a:t>
            </a:r>
            <a:endParaRPr lang="en-US" dirty="0"/>
          </a:p>
        </p:txBody>
      </p:sp>
      <p:sp>
        <p:nvSpPr>
          <p:cNvPr id="66" name="TextBox 66"/>
          <p:cNvSpPr txBox="1"/>
          <p:nvPr/>
        </p:nvSpPr>
        <p:spPr>
          <a:xfrm>
            <a:off x="182880" y="6199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pie</a:t>
            </a:r>
            <a:endParaRPr lang="en-US" dirty="0"/>
          </a:p>
        </p:txBody>
      </p:sp>
      <p:sp>
        <p:nvSpPr>
          <p:cNvPr id="67" name="pie 0"/>
          <p:cNvSpPr/>
          <p:nvPr/>
        </p:nvSpPr>
        <p:spPr>
          <a:xfrm>
            <a:off x="1828800" y="6035040"/>
            <a:ext cx="1097280" cy="566928"/>
          </a:xfrm>
          <a:prstGeom prst="pie">
            <a:avLst>
              <a:gd name="adj1" fmla="val 0"/>
              <a:gd name="adj2" fmla="val 162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294436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adj2=16200000</a:t>
            </a:r>
            <a:endParaRPr lang="en-US" dirty="0"/>
          </a:p>
        </p:txBody>
      </p:sp>
      <p:sp>
        <p:nvSpPr>
          <p:cNvPr id="69" name="pie 1"/>
          <p:cNvSpPr/>
          <p:nvPr/>
        </p:nvSpPr>
        <p:spPr>
          <a:xfrm>
            <a:off x="3611880" y="6035040"/>
            <a:ext cx="1097280" cy="566928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472744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adj1=5400000 adj2=10800000</a:t>
            </a:r>
            <a:endParaRPr lang="en-US" dirty="0"/>
          </a:p>
        </p:txBody>
      </p:sp>
      <p:sp>
        <p:nvSpPr>
          <p:cNvPr id="71" name="pie 2"/>
          <p:cNvSpPr/>
          <p:nvPr/>
        </p:nvSpPr>
        <p:spPr>
          <a:xfrm>
            <a:off x="5394960" y="6035040"/>
            <a:ext cx="1097280" cy="566928"/>
          </a:xfrm>
          <a:prstGeom prst="pie">
            <a:avLst>
              <a:gd name="adj1" fmla="val 18900000"/>
              <a:gd name="adj2" fmla="val 27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51052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adj1=18900000 adj2=2700000</a:t>
            </a:r>
            <a:endParaRPr lang="en-US" dirty="0"/>
          </a:p>
        </p:txBody>
      </p:sp>
      <p:sp>
        <p:nvSpPr>
          <p:cNvPr id="73" name="pie 3"/>
          <p:cNvSpPr/>
          <p:nvPr/>
        </p:nvSpPr>
        <p:spPr>
          <a:xfrm>
            <a:off x="7178040" y="6035040"/>
            <a:ext cx="1097280" cy="566928"/>
          </a:xfrm>
          <a:prstGeom prst="pie">
            <a:avLst>
              <a:gd name="adj1" fmla="val 0"/>
              <a:gd name="adj2" fmla="val 210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829360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adj2=21000000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Adjust values 2/3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" y="1399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chord</a:t>
            </a:r>
            <a:endParaRPr lang="en-US" dirty="0"/>
          </a:p>
        </p:txBody>
      </p:sp>
      <p:sp>
        <p:nvSpPr>
          <p:cNvPr id="4" name="chord 0"/>
          <p:cNvSpPr/>
          <p:nvPr/>
        </p:nvSpPr>
        <p:spPr>
          <a:xfrm>
            <a:off x="1828800" y="1234440"/>
            <a:ext cx="1097280" cy="566928"/>
          </a:xfrm>
          <a:prstGeom prst="chord">
            <a:avLst>
              <a:gd name="adj1" fmla="val 2700000"/>
              <a:gd name="adj2" fmla="val 1620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94436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adj1=2700000 adj2=16200000</a:t>
            </a:r>
            <a:endParaRPr lang="en-US" dirty="0"/>
          </a:p>
        </p:txBody>
      </p:sp>
      <p:sp>
        <p:nvSpPr>
          <p:cNvPr id="6" name="chord 1"/>
          <p:cNvSpPr/>
          <p:nvPr/>
        </p:nvSpPr>
        <p:spPr>
          <a:xfrm>
            <a:off x="3611880" y="1234440"/>
            <a:ext cx="1097280" cy="56692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72744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adj2=10800000</a:t>
            </a:r>
            <a:endParaRPr lang="en-US" dirty="0"/>
          </a:p>
        </p:txBody>
      </p:sp>
      <p:sp>
        <p:nvSpPr>
          <p:cNvPr id="8" name="chord 2"/>
          <p:cNvSpPr/>
          <p:nvPr/>
        </p:nvSpPr>
        <p:spPr>
          <a:xfrm>
            <a:off x="5394960" y="1234440"/>
            <a:ext cx="1097280" cy="566928"/>
          </a:xfrm>
          <a:prstGeom prst="chord">
            <a:avLst>
              <a:gd name="adj1" fmla="val 5400000"/>
              <a:gd name="adj2" fmla="val 1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1052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adj1=5400000 adj2=1</a:t>
            </a:r>
            <a:endParaRPr lang="en-US" dirty="0"/>
          </a:p>
        </p:txBody>
      </p:sp>
      <p:sp>
        <p:nvSpPr>
          <p:cNvPr id="10" name="chord 3"/>
          <p:cNvSpPr/>
          <p:nvPr/>
        </p:nvSpPr>
        <p:spPr>
          <a:xfrm>
            <a:off x="7178040" y="1234440"/>
            <a:ext cx="1097280" cy="566928"/>
          </a:xfrm>
          <a:prstGeom prst="chord">
            <a:avLst>
              <a:gd name="adj1" fmla="val 12000000"/>
              <a:gd name="adj2" fmla="val 900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29360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adj1=12000000 adj2=9000000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182880" y="2084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can</a:t>
            </a:r>
            <a:endParaRPr lang="en-US" dirty="0"/>
          </a:p>
        </p:txBody>
      </p:sp>
      <p:sp>
        <p:nvSpPr>
          <p:cNvPr id="13" name="can 0"/>
          <p:cNvSpPr/>
          <p:nvPr/>
        </p:nvSpPr>
        <p:spPr>
          <a:xfrm>
            <a:off x="1828800" y="1920240"/>
            <a:ext cx="1097280" cy="566928"/>
          </a:xfrm>
          <a:prstGeom prst="can">
            <a:avLst>
              <a:gd name="adj" fmla="val 5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94436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</a:t>
            </a:r>
            <a:endParaRPr lang="en-US" dirty="0"/>
          </a:p>
        </p:txBody>
      </p:sp>
      <p:sp>
        <p:nvSpPr>
          <p:cNvPr id="15" name="can 1"/>
          <p:cNvSpPr/>
          <p:nvPr/>
        </p:nvSpPr>
        <p:spPr>
          <a:xfrm>
            <a:off x="3611880" y="1920240"/>
            <a:ext cx="1097280" cy="566928"/>
          </a:xfrm>
          <a:prstGeom prst="can">
            <a:avLst>
              <a:gd name="adj" fmla="val 25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2744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adj=25000</a:t>
            </a:r>
            <a:endParaRPr lang="en-US" dirty="0"/>
          </a:p>
        </p:txBody>
      </p:sp>
      <p:sp>
        <p:nvSpPr>
          <p:cNvPr id="17" name="can 2"/>
          <p:cNvSpPr/>
          <p:nvPr/>
        </p:nvSpPr>
        <p:spPr>
          <a:xfrm>
            <a:off x="5394960" y="1920240"/>
            <a:ext cx="1097280" cy="566928"/>
          </a:xfrm>
          <a:prstGeom prst="can">
            <a:avLst>
              <a:gd name="adj" fmla="val 5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1052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19" name="can 3"/>
          <p:cNvSpPr/>
          <p:nvPr/>
        </p:nvSpPr>
        <p:spPr>
          <a:xfrm>
            <a:off x="7178040" y="1920240"/>
            <a:ext cx="1097280" cy="566928"/>
          </a:xfrm>
          <a:prstGeom prst="can">
            <a:avLst>
              <a:gd name="adj" fmla="val 1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9360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adj=100000</a:t>
            </a:r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182880" y="2770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cube</a:t>
            </a:r>
            <a:endParaRPr lang="en-US" dirty="0"/>
          </a:p>
        </p:txBody>
      </p:sp>
      <p:sp>
        <p:nvSpPr>
          <p:cNvPr id="22" name="cube 0"/>
          <p:cNvSpPr/>
          <p:nvPr/>
        </p:nvSpPr>
        <p:spPr>
          <a:xfrm>
            <a:off x="1828800" y="2606040"/>
            <a:ext cx="1097280" cy="566928"/>
          </a:xfrm>
          <a:prstGeom prst="cube">
            <a:avLst>
              <a:gd name="adj" fmla="val 5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94436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</a:t>
            </a:r>
            <a:endParaRPr lang="en-US" dirty="0"/>
          </a:p>
        </p:txBody>
      </p:sp>
      <p:sp>
        <p:nvSpPr>
          <p:cNvPr id="24" name="cube 1"/>
          <p:cNvSpPr/>
          <p:nvPr/>
        </p:nvSpPr>
        <p:spPr>
          <a:xfrm>
            <a:off x="3611880" y="2606040"/>
            <a:ext cx="1097280" cy="566928"/>
          </a:xfrm>
          <a:prstGeom prst="cube">
            <a:avLst>
              <a:gd name="adj" fmla="val 25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2744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adj=25000</a:t>
            </a:r>
            <a:endParaRPr lang="en-US" dirty="0"/>
          </a:p>
        </p:txBody>
      </p:sp>
      <p:sp>
        <p:nvSpPr>
          <p:cNvPr id="26" name="cube 2"/>
          <p:cNvSpPr/>
          <p:nvPr/>
        </p:nvSpPr>
        <p:spPr>
          <a:xfrm>
            <a:off x="5394960" y="2606040"/>
            <a:ext cx="1097280" cy="566928"/>
          </a:xfrm>
          <a:prstGeom prst="cube">
            <a:avLst>
              <a:gd name="adj" fmla="val 5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1052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28" name="cube 3"/>
          <p:cNvSpPr/>
          <p:nvPr/>
        </p:nvSpPr>
        <p:spPr>
          <a:xfrm>
            <a:off x="7178040" y="2606040"/>
            <a:ext cx="1097280" cy="566928"/>
          </a:xfrm>
          <a:prstGeom prst="cube">
            <a:avLst>
              <a:gd name="adj" fmla="val 10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29360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adj=100000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82880" y="34564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bevel</a:t>
            </a:r>
            <a:endParaRPr lang="en-US" dirty="0"/>
          </a:p>
        </p:txBody>
      </p:sp>
      <p:sp>
        <p:nvSpPr>
          <p:cNvPr id="31" name="bevel 0"/>
          <p:cNvSpPr/>
          <p:nvPr/>
        </p:nvSpPr>
        <p:spPr>
          <a:xfrm>
            <a:off x="1828800" y="3291840"/>
            <a:ext cx="1097280" cy="566928"/>
          </a:xfrm>
          <a:prstGeom prst="bevel">
            <a:avLst>
              <a:gd name="adj" fmla="val 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94436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33" name="bevel 1"/>
          <p:cNvSpPr/>
          <p:nvPr/>
        </p:nvSpPr>
        <p:spPr>
          <a:xfrm>
            <a:off x="3611880" y="3291840"/>
            <a:ext cx="1097280" cy="566928"/>
          </a:xfrm>
          <a:prstGeom prst="bevel">
            <a:avLst>
              <a:gd name="adj" fmla="val 125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72744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adj=12500</a:t>
            </a:r>
            <a:endParaRPr lang="en-US" dirty="0"/>
          </a:p>
        </p:txBody>
      </p:sp>
      <p:sp>
        <p:nvSpPr>
          <p:cNvPr id="35" name="bevel 2"/>
          <p:cNvSpPr/>
          <p:nvPr/>
        </p:nvSpPr>
        <p:spPr>
          <a:xfrm>
            <a:off x="5394960" y="3291840"/>
            <a:ext cx="1097280" cy="566928"/>
          </a:xfrm>
          <a:prstGeom prst="bevel">
            <a:avLst>
              <a:gd name="adj" fmla="val 3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51052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adj=30000</a:t>
            </a:r>
            <a:endParaRPr lang="en-US" dirty="0"/>
          </a:p>
        </p:txBody>
      </p:sp>
      <p:sp>
        <p:nvSpPr>
          <p:cNvPr id="37" name="bevel 3"/>
          <p:cNvSpPr/>
          <p:nvPr/>
        </p:nvSpPr>
        <p:spPr>
          <a:xfrm>
            <a:off x="7178040" y="3291840"/>
            <a:ext cx="1097280" cy="566928"/>
          </a:xfrm>
          <a:prstGeom prst="bevel">
            <a:avLst>
              <a:gd name="adj" fmla="val 5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360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39" name="TextBox 39"/>
          <p:cNvSpPr txBox="1"/>
          <p:nvPr/>
        </p:nvSpPr>
        <p:spPr>
          <a:xfrm>
            <a:off x="182880" y="41422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wedgeRectCallout</a:t>
            </a:r>
            <a:endParaRPr lang="en-US" dirty="0"/>
          </a:p>
        </p:txBody>
      </p:sp>
      <p:sp>
        <p:nvSpPr>
          <p:cNvPr id="40" name="wedgeRectCallout 0"/>
          <p:cNvSpPr/>
          <p:nvPr/>
        </p:nvSpPr>
        <p:spPr>
          <a:xfrm>
            <a:off x="1828800" y="3977640"/>
            <a:ext cx="1097280" cy="566928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294436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adj1=-20833 adj2=62500</a:t>
            </a:r>
            <a:endParaRPr lang="en-US" dirty="0"/>
          </a:p>
        </p:txBody>
      </p:sp>
      <p:sp>
        <p:nvSpPr>
          <p:cNvPr id="42" name="wedgeRectCallout 1"/>
          <p:cNvSpPr/>
          <p:nvPr/>
        </p:nvSpPr>
        <p:spPr>
          <a:xfrm>
            <a:off x="3611880" y="3977640"/>
            <a:ext cx="1097280" cy="566928"/>
          </a:xfrm>
          <a:prstGeom prst="wedgeRectCallout">
            <a:avLst>
              <a:gd name="adj1" fmla="val 60000"/>
              <a:gd name="adj2" fmla="val 80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72744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adj1=60000 adj2=80000</a:t>
            </a:r>
            <a:endParaRPr lang="en-US" dirty="0"/>
          </a:p>
        </p:txBody>
      </p:sp>
      <p:sp>
        <p:nvSpPr>
          <p:cNvPr id="44" name="wedgeRectCallout 2"/>
          <p:cNvSpPr/>
          <p:nvPr/>
        </p:nvSpPr>
        <p:spPr>
          <a:xfrm>
            <a:off x="5394960" y="3977640"/>
            <a:ext cx="1097280" cy="566928"/>
          </a:xfrm>
          <a:prstGeom prst="wedgeRectCallout">
            <a:avLst>
              <a:gd name="adj1" fmla="val -80000"/>
              <a:gd name="adj2" fmla="val -70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052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adj1=-80000 adj2=-70000</a:t>
            </a:r>
            <a:endParaRPr lang="en-US" dirty="0"/>
          </a:p>
        </p:txBody>
      </p:sp>
      <p:sp>
        <p:nvSpPr>
          <p:cNvPr id="46" name="wedgeRectCallout 3"/>
          <p:cNvSpPr/>
          <p:nvPr/>
        </p:nvSpPr>
        <p:spPr>
          <a:xfrm>
            <a:off x="7178040" y="3977640"/>
            <a:ext cx="1097280" cy="566928"/>
          </a:xfrm>
          <a:prstGeom prst="wedgeRectCallout">
            <a:avLst>
              <a:gd name="adj1" fmla="val 0"/>
              <a:gd name="adj2" fmla="val 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29360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adj2=0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182880" y="4828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borderCallout1</a:t>
            </a:r>
            <a:endParaRPr lang="en-US" dirty="0"/>
          </a:p>
        </p:txBody>
      </p:sp>
      <p:sp>
        <p:nvSpPr>
          <p:cNvPr id="49" name="borderCallout1 0"/>
          <p:cNvSpPr/>
          <p:nvPr/>
        </p:nvSpPr>
        <p:spPr>
          <a:xfrm>
            <a:off x="1828800" y="4663440"/>
            <a:ext cx="1097280" cy="566928"/>
          </a:xfrm>
          <a:prstGeom prst="borderCallout1">
            <a:avLst>
              <a:gd name="adj1" fmla="val 18750"/>
              <a:gd name="adj2" fmla="val -8333"/>
              <a:gd name="adj3" fmla="val 112500"/>
              <a:gd name="adj4" fmla="val -38333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94436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adj1=18750 adj2=-8333 adj3=112500 adj4=-38333</a:t>
            </a:r>
            <a:endParaRPr lang="en-US" dirty="0"/>
          </a:p>
        </p:txBody>
      </p:sp>
      <p:sp>
        <p:nvSpPr>
          <p:cNvPr id="51" name="borderCallout1 1"/>
          <p:cNvSpPr/>
          <p:nvPr/>
        </p:nvSpPr>
        <p:spPr>
          <a:xfrm>
            <a:off x="3611880" y="4663440"/>
            <a:ext cx="1097280" cy="566928"/>
          </a:xfrm>
          <a:prstGeom prst="borderCallout1">
            <a:avLst>
              <a:gd name="adj1" fmla="val 50000"/>
              <a:gd name="adj2" fmla="val 100000"/>
              <a:gd name="adj3" fmla="val 120000"/>
              <a:gd name="adj4" fmla="val 14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72744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adj1=50000 adj2=100000 adj3=120000 adj4=140000</a:t>
            </a:r>
            <a:endParaRPr lang="en-US" dirty="0"/>
          </a:p>
        </p:txBody>
      </p:sp>
      <p:sp>
        <p:nvSpPr>
          <p:cNvPr id="53" name="borderCallout1 2"/>
          <p:cNvSpPr/>
          <p:nvPr/>
        </p:nvSpPr>
        <p:spPr>
          <a:xfrm>
            <a:off x="5394960" y="4663440"/>
            <a:ext cx="1097280" cy="566928"/>
          </a:xfrm>
          <a:prstGeom prst="borderCallout1">
            <a:avLst>
              <a:gd name="adj1" fmla="val 0"/>
              <a:gd name="adj2" fmla="val 50000"/>
              <a:gd name="adj3" fmla="val -60000"/>
              <a:gd name="adj4" fmla="val 7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51052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adj1=0 adj2=50000 adj3=-60000 adj4=70000</a:t>
            </a:r>
            <a:endParaRPr lang="en-US" dirty="0"/>
          </a:p>
        </p:txBody>
      </p:sp>
      <p:sp>
        <p:nvSpPr>
          <p:cNvPr id="55" name="borderCallout1 3"/>
          <p:cNvSpPr/>
          <p:nvPr/>
        </p:nvSpPr>
        <p:spPr>
          <a:xfrm>
            <a:off x="7178040" y="4663440"/>
            <a:ext cx="1097280" cy="566928"/>
          </a:xfrm>
          <a:prstGeom prst="borderCallout1">
            <a:avLst>
              <a:gd name="adj1" fmla="val 100000"/>
              <a:gd name="adj2" fmla="val 0"/>
              <a:gd name="adj3" fmla="val 150000"/>
              <a:gd name="adj4" fmla="val -30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29360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adj1=100000 adj2=0 adj3=150000 adj4=-30000</a:t>
            </a:r>
            <a:endParaRPr lang="en-US" dirty="0"/>
          </a:p>
        </p:txBody>
      </p:sp>
      <p:sp>
        <p:nvSpPr>
          <p:cNvPr id="57" name="TextBox 57"/>
          <p:cNvSpPr txBox="1"/>
          <p:nvPr/>
        </p:nvSpPr>
        <p:spPr>
          <a:xfrm>
            <a:off x="182880" y="5513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trapezoid</a:t>
            </a:r>
            <a:endParaRPr lang="en-US" dirty="0"/>
          </a:p>
        </p:txBody>
      </p:sp>
      <p:sp>
        <p:nvSpPr>
          <p:cNvPr id="58" name="trapezoid 0"/>
          <p:cNvSpPr/>
          <p:nvPr/>
        </p:nvSpPr>
        <p:spPr>
          <a:xfrm>
            <a:off x="1828800" y="5349240"/>
            <a:ext cx="1097280" cy="566928"/>
          </a:xfrm>
          <a:prstGeom prst="trapezoid">
            <a:avLst>
              <a:gd name="adj" fmla="val 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94436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60" name="trapezoid 1"/>
          <p:cNvSpPr/>
          <p:nvPr/>
        </p:nvSpPr>
        <p:spPr>
          <a:xfrm>
            <a:off x="3611880" y="5349240"/>
            <a:ext cx="1097280" cy="566928"/>
          </a:xfrm>
          <a:prstGeom prst="trapezoid">
            <a:avLst>
              <a:gd name="adj" fmla="val 25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72744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adj=25000</a:t>
            </a:r>
            <a:endParaRPr lang="en-US" dirty="0"/>
          </a:p>
        </p:txBody>
      </p:sp>
      <p:sp>
        <p:nvSpPr>
          <p:cNvPr id="62" name="trapezoid 2"/>
          <p:cNvSpPr/>
          <p:nvPr/>
        </p:nvSpPr>
        <p:spPr>
          <a:xfrm>
            <a:off x="5394960" y="5349240"/>
            <a:ext cx="1097280" cy="566928"/>
          </a:xfrm>
          <a:prstGeom prst="trapezoid">
            <a:avLst>
              <a:gd name="adj" fmla="val 5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51052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64" name="trapezoid 3"/>
          <p:cNvSpPr/>
          <p:nvPr/>
        </p:nvSpPr>
        <p:spPr>
          <a:xfrm>
            <a:off x="7178040" y="5349240"/>
            <a:ext cx="1097280" cy="566928"/>
          </a:xfrm>
          <a:prstGeom prst="trapezoid">
            <a:avLst>
              <a:gd name="adj" fmla="val 8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29360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adj=80000</a:t>
            </a:r>
            <a:endParaRPr lang="en-US" dirty="0"/>
          </a:p>
        </p:txBody>
      </p:sp>
      <p:sp>
        <p:nvSpPr>
          <p:cNvPr id="66" name="TextBox 66"/>
          <p:cNvSpPr txBox="1"/>
          <p:nvPr/>
        </p:nvSpPr>
        <p:spPr>
          <a:xfrm>
            <a:off x="182880" y="6199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parallelogram</a:t>
            </a:r>
            <a:endParaRPr lang="en-US" dirty="0"/>
          </a:p>
        </p:txBody>
      </p:sp>
      <p:sp>
        <p:nvSpPr>
          <p:cNvPr id="67" name="parallelogram 0"/>
          <p:cNvSpPr/>
          <p:nvPr/>
        </p:nvSpPr>
        <p:spPr>
          <a:xfrm>
            <a:off x="1828800" y="6035040"/>
            <a:ext cx="1097280" cy="566928"/>
          </a:xfrm>
          <a:prstGeom prst="parallelogram">
            <a:avLst>
              <a:gd name="adj" fmla="val 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294436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69" name="parallelogram 1"/>
          <p:cNvSpPr/>
          <p:nvPr/>
        </p:nvSpPr>
        <p:spPr>
          <a:xfrm>
            <a:off x="3611880" y="6035040"/>
            <a:ext cx="1097280" cy="566928"/>
          </a:xfrm>
          <a:prstGeom prst="parallelogram">
            <a:avLst>
              <a:gd name="adj" fmla="val 25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472744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adj=25000</a:t>
            </a:r>
            <a:endParaRPr lang="en-US" dirty="0"/>
          </a:p>
        </p:txBody>
      </p:sp>
      <p:sp>
        <p:nvSpPr>
          <p:cNvPr id="71" name="parallelogram 2"/>
          <p:cNvSpPr/>
          <p:nvPr/>
        </p:nvSpPr>
        <p:spPr>
          <a:xfrm>
            <a:off x="5394960" y="6035040"/>
            <a:ext cx="1097280" cy="566928"/>
          </a:xfrm>
          <a:prstGeom prst="parallelogram">
            <a:avLst>
              <a:gd name="adj" fmla="val 6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51052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adj=60000</a:t>
            </a:r>
            <a:endParaRPr lang="en-US" dirty="0"/>
          </a:p>
        </p:txBody>
      </p:sp>
      <p:sp>
        <p:nvSpPr>
          <p:cNvPr id="73" name="parallelogram 3"/>
          <p:cNvSpPr/>
          <p:nvPr/>
        </p:nvSpPr>
        <p:spPr>
          <a:xfrm>
            <a:off x="7178040" y="6035040"/>
            <a:ext cx="1097280" cy="566928"/>
          </a:xfrm>
          <a:prstGeom prst="parallelogram">
            <a:avLst>
              <a:gd name="adj" fmla="val 1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829360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adj=100000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Adjust values 3/3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2880" y="1399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leftBrace</a:t>
            </a:r>
            <a:endParaRPr lang="en-US" dirty="0"/>
          </a:p>
        </p:txBody>
      </p:sp>
      <p:sp>
        <p:nvSpPr>
          <p:cNvPr id="4" name="leftBrace 0"/>
          <p:cNvSpPr/>
          <p:nvPr/>
        </p:nvSpPr>
        <p:spPr>
          <a:xfrm>
            <a:off x="1828800" y="1234440"/>
            <a:ext cx="1097280" cy="566928"/>
          </a:xfrm>
          <a:prstGeom prst="leftBrace">
            <a:avLst>
              <a:gd name="adj1" fmla="val 8333"/>
              <a:gd name="adj2" fmla="val 50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94436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adj1=8333 adj2=50000</a:t>
            </a:r>
            <a:endParaRPr lang="en-US" dirty="0"/>
          </a:p>
        </p:txBody>
      </p:sp>
      <p:sp>
        <p:nvSpPr>
          <p:cNvPr id="6" name="leftBrace 1"/>
          <p:cNvSpPr/>
          <p:nvPr/>
        </p:nvSpPr>
        <p:spPr>
          <a:xfrm>
            <a:off x="3611880" y="1234440"/>
            <a:ext cx="1097280" cy="566928"/>
          </a:xfrm>
          <a:prstGeom prst="leftBrace">
            <a:avLst>
              <a:gd name="adj1" fmla="val 25000"/>
              <a:gd name="adj2" fmla="val 25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72744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adj1=25000 adj2=25000</a:t>
            </a:r>
            <a:endParaRPr lang="en-US" dirty="0"/>
          </a:p>
        </p:txBody>
      </p:sp>
      <p:sp>
        <p:nvSpPr>
          <p:cNvPr id="8" name="leftBrace 2"/>
          <p:cNvSpPr/>
          <p:nvPr/>
        </p:nvSpPr>
        <p:spPr>
          <a:xfrm>
            <a:off x="5394960" y="1234440"/>
            <a:ext cx="1097280" cy="566928"/>
          </a:xfrm>
          <a:prstGeom prst="leftBrace">
            <a:avLst>
              <a:gd name="adj1" fmla="val 4000"/>
              <a:gd name="adj2" fmla="val 85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51052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adj1=4000 adj2=85000</a:t>
            </a:r>
            <a:endParaRPr lang="en-US" dirty="0"/>
          </a:p>
        </p:txBody>
      </p:sp>
      <p:sp>
        <p:nvSpPr>
          <p:cNvPr id="10" name="leftBrace 3"/>
          <p:cNvSpPr/>
          <p:nvPr/>
        </p:nvSpPr>
        <p:spPr>
          <a:xfrm>
            <a:off x="7178040" y="1234440"/>
            <a:ext cx="1097280" cy="566928"/>
          </a:xfrm>
          <a:prstGeom prst="lef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4472C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293608" y="1280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adj1=50000 adj2=50000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182880" y="2084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frame</a:t>
            </a:r>
            <a:endParaRPr lang="en-US" dirty="0"/>
          </a:p>
        </p:txBody>
      </p:sp>
      <p:sp>
        <p:nvSpPr>
          <p:cNvPr id="13" name="frame 0"/>
          <p:cNvSpPr/>
          <p:nvPr/>
        </p:nvSpPr>
        <p:spPr>
          <a:xfrm>
            <a:off x="1828800" y="1920240"/>
            <a:ext cx="1097280" cy="566928"/>
          </a:xfrm>
          <a:prstGeom prst="frame">
            <a:avLst>
              <a:gd name="adj1" fmla="val 5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94436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</a:t>
            </a:r>
            <a:endParaRPr lang="en-US" dirty="0"/>
          </a:p>
        </p:txBody>
      </p:sp>
      <p:sp>
        <p:nvSpPr>
          <p:cNvPr id="15" name="frame 1"/>
          <p:cNvSpPr/>
          <p:nvPr/>
        </p:nvSpPr>
        <p:spPr>
          <a:xfrm>
            <a:off x="3611880" y="1920240"/>
            <a:ext cx="1097280" cy="566928"/>
          </a:xfrm>
          <a:prstGeom prst="frame">
            <a:avLst>
              <a:gd name="adj1" fmla="val 125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2744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adj1=12500</a:t>
            </a:r>
            <a:endParaRPr lang="en-US" dirty="0"/>
          </a:p>
        </p:txBody>
      </p:sp>
      <p:sp>
        <p:nvSpPr>
          <p:cNvPr id="17" name="frame 2"/>
          <p:cNvSpPr/>
          <p:nvPr/>
        </p:nvSpPr>
        <p:spPr>
          <a:xfrm>
            <a:off x="5394960" y="1920240"/>
            <a:ext cx="1097280" cy="566928"/>
          </a:xfrm>
          <a:prstGeom prst="frame">
            <a:avLst>
              <a:gd name="adj1" fmla="val 3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1052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adj1=30000</a:t>
            </a:r>
            <a:endParaRPr lang="en-US" dirty="0"/>
          </a:p>
        </p:txBody>
      </p:sp>
      <p:sp>
        <p:nvSpPr>
          <p:cNvPr id="19" name="frame 3"/>
          <p:cNvSpPr/>
          <p:nvPr/>
        </p:nvSpPr>
        <p:spPr>
          <a:xfrm>
            <a:off x="7178040" y="1920240"/>
            <a:ext cx="1097280" cy="566928"/>
          </a:xfrm>
          <a:prstGeom prst="frame">
            <a:avLst>
              <a:gd name="adj1" fmla="val 5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93608" y="1965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adj1=50000</a:t>
            </a:r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182880" y="2770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teardrop</a:t>
            </a:r>
            <a:endParaRPr lang="en-US" dirty="0"/>
          </a:p>
        </p:txBody>
      </p:sp>
      <p:sp>
        <p:nvSpPr>
          <p:cNvPr id="22" name="teardrop 0"/>
          <p:cNvSpPr/>
          <p:nvPr/>
        </p:nvSpPr>
        <p:spPr>
          <a:xfrm>
            <a:off x="1828800" y="2606040"/>
            <a:ext cx="1097280" cy="566928"/>
          </a:xfrm>
          <a:prstGeom prst="teardrop">
            <a:avLst>
              <a:gd name="adj" fmla="val 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94436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24" name="teardrop 1"/>
          <p:cNvSpPr/>
          <p:nvPr/>
        </p:nvSpPr>
        <p:spPr>
          <a:xfrm>
            <a:off x="3611880" y="2606040"/>
            <a:ext cx="1097280" cy="566928"/>
          </a:xfrm>
          <a:prstGeom prst="teardrop">
            <a:avLst>
              <a:gd name="adj" fmla="val 10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2744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adj=100000</a:t>
            </a:r>
            <a:endParaRPr lang="en-US" dirty="0"/>
          </a:p>
        </p:txBody>
      </p:sp>
      <p:sp>
        <p:nvSpPr>
          <p:cNvPr id="26" name="teardrop 2"/>
          <p:cNvSpPr/>
          <p:nvPr/>
        </p:nvSpPr>
        <p:spPr>
          <a:xfrm>
            <a:off x="5394960" y="2606040"/>
            <a:ext cx="1097280" cy="566928"/>
          </a:xfrm>
          <a:prstGeom prst="teardrop">
            <a:avLst>
              <a:gd name="adj" fmla="val 15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1052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adj=150000</a:t>
            </a:r>
            <a:endParaRPr lang="en-US" dirty="0"/>
          </a:p>
        </p:txBody>
      </p:sp>
      <p:sp>
        <p:nvSpPr>
          <p:cNvPr id="28" name="teardrop 3"/>
          <p:cNvSpPr/>
          <p:nvPr/>
        </p:nvSpPr>
        <p:spPr>
          <a:xfrm>
            <a:off x="7178040" y="2606040"/>
            <a:ext cx="1097280" cy="566928"/>
          </a:xfrm>
          <a:prstGeom prst="teardrop">
            <a:avLst>
              <a:gd name="adj" fmla="val 200000"/>
            </a:avLst>
          </a:prstGeom>
          <a:solidFill>
            <a:srgbClr val="A5A5A5">
              <a:lumMod val="60000"/>
              <a:lumOff val="40000"/>
            </a:srgbClr>
          </a:solidFill>
          <a:ln w="12700">
            <a:solidFill>
              <a:srgbClr val="A5A5A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293608" y="2651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adj=200000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82880" y="34564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gear6</a:t>
            </a:r>
            <a:endParaRPr lang="en-US" dirty="0"/>
          </a:p>
        </p:txBody>
      </p:sp>
      <p:sp>
        <p:nvSpPr>
          <p:cNvPr id="31" name="gear6 0"/>
          <p:cNvSpPr/>
          <p:nvPr/>
        </p:nvSpPr>
        <p:spPr>
          <a:xfrm>
            <a:off x="1828800" y="3291840"/>
            <a:ext cx="1097280" cy="566928"/>
          </a:xfrm>
          <a:prstGeom prst="gear6">
            <a:avLst>
              <a:gd name="adj1" fmla="val 5000"/>
              <a:gd name="adj2" fmla="val 1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94436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 adj2=1000</a:t>
            </a:r>
            <a:endParaRPr lang="en-US" dirty="0"/>
          </a:p>
        </p:txBody>
      </p:sp>
      <p:sp>
        <p:nvSpPr>
          <p:cNvPr id="33" name="gear6 1"/>
          <p:cNvSpPr/>
          <p:nvPr/>
        </p:nvSpPr>
        <p:spPr>
          <a:xfrm>
            <a:off x="3611880" y="3291840"/>
            <a:ext cx="1097280" cy="566928"/>
          </a:xfrm>
          <a:prstGeom prst="gear6">
            <a:avLst>
              <a:gd name="adj1" fmla="val 15000"/>
              <a:gd name="adj2" fmla="val 3526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72744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adj1=15000 adj2=3526</a:t>
            </a:r>
            <a:endParaRPr lang="en-US" dirty="0"/>
          </a:p>
        </p:txBody>
      </p:sp>
      <p:sp>
        <p:nvSpPr>
          <p:cNvPr id="35" name="gear6 2"/>
          <p:cNvSpPr/>
          <p:nvPr/>
        </p:nvSpPr>
        <p:spPr>
          <a:xfrm>
            <a:off x="5394960" y="3291840"/>
            <a:ext cx="1097280" cy="566928"/>
          </a:xfrm>
          <a:prstGeom prst="gear6">
            <a:avLst>
              <a:gd name="adj1" fmla="val 20000"/>
              <a:gd name="adj2" fmla="val 10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51052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adj1=20000 adj2=10000</a:t>
            </a:r>
            <a:endParaRPr lang="en-US" dirty="0"/>
          </a:p>
        </p:txBody>
      </p:sp>
      <p:sp>
        <p:nvSpPr>
          <p:cNvPr id="37" name="gear6 3"/>
          <p:cNvSpPr/>
          <p:nvPr/>
        </p:nvSpPr>
        <p:spPr>
          <a:xfrm>
            <a:off x="7178040" y="3291840"/>
            <a:ext cx="1097280" cy="566928"/>
          </a:xfrm>
          <a:prstGeom prst="gear6">
            <a:avLst>
              <a:gd name="adj1" fmla="val 10000"/>
              <a:gd name="adj2" fmla="val 5000"/>
            </a:avLst>
          </a:prstGeom>
          <a:solidFill>
            <a:srgbClr val="FFC000">
              <a:lumMod val="60000"/>
              <a:lumOff val="40000"/>
            </a:srgbClr>
          </a:solidFill>
          <a:ln w="12700">
            <a:solidFill>
              <a:srgbClr val="FFC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3608" y="33375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adj1=10000 adj2=5000</a:t>
            </a:r>
            <a:endParaRPr lang="en-US" dirty="0"/>
          </a:p>
        </p:txBody>
      </p:sp>
      <p:sp>
        <p:nvSpPr>
          <p:cNvPr id="39" name="TextBox 39"/>
          <p:cNvSpPr txBox="1"/>
          <p:nvPr/>
        </p:nvSpPr>
        <p:spPr>
          <a:xfrm>
            <a:off x="182880" y="41422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circularArrow</a:t>
            </a:r>
            <a:endParaRPr lang="en-US" dirty="0"/>
          </a:p>
        </p:txBody>
      </p:sp>
      <p:sp>
        <p:nvSpPr>
          <p:cNvPr id="40" name="circularArrow 0"/>
          <p:cNvSpPr/>
          <p:nvPr/>
        </p:nvSpPr>
        <p:spPr>
          <a:xfrm>
            <a:off x="1828800" y="3977640"/>
            <a:ext cx="1097280" cy="566928"/>
          </a:xfrm>
          <a:prstGeom prst="circularArrow">
            <a:avLst/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294436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defaults</a:t>
            </a:r>
            <a:endParaRPr lang="en-US" dirty="0"/>
          </a:p>
        </p:txBody>
      </p:sp>
      <p:sp>
        <p:nvSpPr>
          <p:cNvPr id="42" name="circularArrow 1"/>
          <p:cNvSpPr/>
          <p:nvPr/>
        </p:nvSpPr>
        <p:spPr>
          <a:xfrm>
            <a:off x="3611880" y="3977640"/>
            <a:ext cx="1097280" cy="566928"/>
          </a:xfrm>
          <a:prstGeom prst="circularArrow">
            <a:avLst>
              <a:gd name="adj1" fmla="val 250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72744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adj1=25000 adj2=1142319 adj3=20457681 adj4=10800000 adj5=12500</a:t>
            </a:r>
            <a:endParaRPr lang="en-US" dirty="0"/>
          </a:p>
        </p:txBody>
      </p:sp>
      <p:sp>
        <p:nvSpPr>
          <p:cNvPr id="44" name="circularArrow 2"/>
          <p:cNvSpPr/>
          <p:nvPr/>
        </p:nvSpPr>
        <p:spPr>
          <a:xfrm>
            <a:off x="5394960" y="3977640"/>
            <a:ext cx="1097280" cy="566928"/>
          </a:xfrm>
          <a:prstGeom prst="circularArrow">
            <a:avLst>
              <a:gd name="adj1" fmla="val 5000"/>
              <a:gd name="adj2" fmla="val 600000"/>
              <a:gd name="adj3" fmla="val 15000000"/>
              <a:gd name="adj4" fmla="val 5400000"/>
              <a:gd name="adj5" fmla="val 5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651052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 adj2=600000 adj3=15000000 adj4=5400000 adj5=5000</a:t>
            </a:r>
            <a:endParaRPr lang="en-US" dirty="0"/>
          </a:p>
        </p:txBody>
      </p:sp>
      <p:sp>
        <p:nvSpPr>
          <p:cNvPr id="46" name="circularArrow 3"/>
          <p:cNvSpPr/>
          <p:nvPr/>
        </p:nvSpPr>
        <p:spPr>
          <a:xfrm>
            <a:off x="7178040" y="3977640"/>
            <a:ext cx="1097280" cy="566928"/>
          </a:xfrm>
          <a:prstGeom prst="circularArrow">
            <a:avLst>
              <a:gd name="adj5" fmla="val 25000"/>
            </a:avLst>
          </a:prstGeom>
          <a:solidFill>
            <a:srgbClr val="5B9BD5">
              <a:lumMod val="60000"/>
              <a:lumOff val="40000"/>
            </a:srgbClr>
          </a:solidFill>
          <a:ln w="12700">
            <a:solidFill>
              <a:srgbClr val="5B9BD5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293608" y="40233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adj5=25000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182880" y="48280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mathNotEqual</a:t>
            </a:r>
            <a:endParaRPr lang="en-US" dirty="0"/>
          </a:p>
        </p:txBody>
      </p:sp>
      <p:sp>
        <p:nvSpPr>
          <p:cNvPr id="49" name="mathNotEqual 0"/>
          <p:cNvSpPr/>
          <p:nvPr/>
        </p:nvSpPr>
        <p:spPr>
          <a:xfrm>
            <a:off x="1828800" y="4663440"/>
            <a:ext cx="1097280" cy="566928"/>
          </a:xfrm>
          <a:prstGeom prst="mathNotEqual">
            <a:avLst/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94436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defaults</a:t>
            </a:r>
            <a:endParaRPr lang="en-US" dirty="0"/>
          </a:p>
        </p:txBody>
      </p:sp>
      <p:sp>
        <p:nvSpPr>
          <p:cNvPr id="51" name="mathNotEqual 1"/>
          <p:cNvSpPr/>
          <p:nvPr/>
        </p:nvSpPr>
        <p:spPr>
          <a:xfrm>
            <a:off x="3611880" y="4663440"/>
            <a:ext cx="1097280" cy="566928"/>
          </a:xfrm>
          <a:prstGeom prst="mathNotEqual">
            <a:avLst>
              <a:gd name="adj1" fmla="val 10000"/>
              <a:gd name="adj2" fmla="val 8000000"/>
              <a:gd name="adj3" fmla="val 5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72744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adj1=10000 adj2=8000000 adj3=5000</a:t>
            </a:r>
            <a:endParaRPr lang="en-US" dirty="0"/>
          </a:p>
        </p:txBody>
      </p:sp>
      <p:sp>
        <p:nvSpPr>
          <p:cNvPr id="53" name="mathNotEqual 2"/>
          <p:cNvSpPr/>
          <p:nvPr/>
        </p:nvSpPr>
        <p:spPr>
          <a:xfrm>
            <a:off x="5394960" y="4663440"/>
            <a:ext cx="1097280" cy="566928"/>
          </a:xfrm>
          <a:prstGeom prst="mathNotEqual">
            <a:avLst>
              <a:gd name="adj1" fmla="val 20000"/>
              <a:gd name="adj2" fmla="val 6600000"/>
              <a:gd name="adj3" fmla="val 2352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651052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adj1=20000 adj2=6600000 adj3=23520</a:t>
            </a:r>
            <a:endParaRPr lang="en-US" dirty="0"/>
          </a:p>
        </p:txBody>
      </p:sp>
      <p:sp>
        <p:nvSpPr>
          <p:cNvPr id="55" name="mathNotEqual 3"/>
          <p:cNvSpPr/>
          <p:nvPr/>
        </p:nvSpPr>
        <p:spPr>
          <a:xfrm>
            <a:off x="7178040" y="4663440"/>
            <a:ext cx="1097280" cy="566928"/>
          </a:xfrm>
          <a:prstGeom prst="mathNotEqual">
            <a:avLst>
              <a:gd name="adj1" fmla="val 5000"/>
              <a:gd name="adj2" fmla="val 4800000"/>
              <a:gd name="adj3" fmla="val 15000"/>
            </a:avLst>
          </a:prstGeom>
          <a:solidFill>
            <a:srgbClr val="70AD47">
              <a:lumMod val="60000"/>
              <a:lumOff val="40000"/>
            </a:srgbClr>
          </a:solidFill>
          <a:ln w="12700">
            <a:solidFill>
              <a:srgbClr val="70AD47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293608" y="47091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adj1=5000 adj2=4800000 adj3=15000</a:t>
            </a:r>
            <a:endParaRPr lang="en-US" dirty="0"/>
          </a:p>
        </p:txBody>
      </p:sp>
      <p:sp>
        <p:nvSpPr>
          <p:cNvPr id="57" name="TextBox 57"/>
          <p:cNvSpPr txBox="1"/>
          <p:nvPr/>
        </p:nvSpPr>
        <p:spPr>
          <a:xfrm>
            <a:off x="182880" y="55138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plaque</a:t>
            </a:r>
            <a:endParaRPr lang="en-US" dirty="0"/>
          </a:p>
        </p:txBody>
      </p:sp>
      <p:sp>
        <p:nvSpPr>
          <p:cNvPr id="58" name="plaque 0"/>
          <p:cNvSpPr/>
          <p:nvPr/>
        </p:nvSpPr>
        <p:spPr>
          <a:xfrm>
            <a:off x="1828800" y="5349240"/>
            <a:ext cx="1097280" cy="566928"/>
          </a:xfrm>
          <a:prstGeom prst="plaque">
            <a:avLst>
              <a:gd name="adj" fmla="val 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94436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adj=0</a:t>
            </a:r>
            <a:endParaRPr lang="en-US" dirty="0"/>
          </a:p>
        </p:txBody>
      </p:sp>
      <p:sp>
        <p:nvSpPr>
          <p:cNvPr id="60" name="plaque 1"/>
          <p:cNvSpPr/>
          <p:nvPr/>
        </p:nvSpPr>
        <p:spPr>
          <a:xfrm>
            <a:off x="3611880" y="5349240"/>
            <a:ext cx="1097280" cy="566928"/>
          </a:xfrm>
          <a:prstGeom prst="plaque">
            <a:avLst>
              <a:gd name="adj" fmla="val 16667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72744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adj=16667</a:t>
            </a:r>
            <a:endParaRPr lang="en-US" dirty="0"/>
          </a:p>
        </p:txBody>
      </p:sp>
      <p:sp>
        <p:nvSpPr>
          <p:cNvPr id="62" name="plaque 2"/>
          <p:cNvSpPr/>
          <p:nvPr/>
        </p:nvSpPr>
        <p:spPr>
          <a:xfrm>
            <a:off x="5394960" y="5349240"/>
            <a:ext cx="1097280" cy="566928"/>
          </a:xfrm>
          <a:prstGeom prst="plaque">
            <a:avLst>
              <a:gd name="adj" fmla="val 35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51052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adj=35000</a:t>
            </a:r>
            <a:endParaRPr lang="en-US" dirty="0"/>
          </a:p>
        </p:txBody>
      </p:sp>
      <p:sp>
        <p:nvSpPr>
          <p:cNvPr id="64" name="plaque 3"/>
          <p:cNvSpPr/>
          <p:nvPr/>
        </p:nvSpPr>
        <p:spPr>
          <a:xfrm>
            <a:off x="7178040" y="5349240"/>
            <a:ext cx="1097280" cy="566928"/>
          </a:xfrm>
          <a:prstGeom prst="plaque">
            <a:avLst>
              <a:gd name="adj" fmla="val 50000"/>
            </a:avLst>
          </a:prstGeom>
          <a:solidFill>
            <a:srgbClr val="4472C4">
              <a:lumMod val="60000"/>
              <a:lumOff val="40000"/>
            </a:srgbClr>
          </a:solidFill>
          <a:ln w="12700">
            <a:solidFill>
              <a:srgbClr val="4472C4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293608" y="53949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66" name="TextBox 66"/>
          <p:cNvSpPr txBox="1"/>
          <p:nvPr/>
        </p:nvSpPr>
        <p:spPr>
          <a:xfrm>
            <a:off x="182880" y="6199632"/>
            <a:ext cx="1463040" cy="3200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r"/>
            <a:r>
              <a:rPr lang="en-US" sz="1000" dirty="0">
                <a:solidFill>
                  <a:srgbClr val="404040"/>
                </a:solidFill>
              </a:rPr>
              <a:t>homePlate</a:t>
            </a:r>
            <a:endParaRPr lang="en-US" dirty="0"/>
          </a:p>
        </p:txBody>
      </p:sp>
      <p:sp>
        <p:nvSpPr>
          <p:cNvPr id="67" name="homePlate 0"/>
          <p:cNvSpPr/>
          <p:nvPr/>
        </p:nvSpPr>
        <p:spPr>
          <a:xfrm>
            <a:off x="1828800" y="6035040"/>
            <a:ext cx="1097280" cy="566928"/>
          </a:xfrm>
          <a:prstGeom prst="homePlate">
            <a:avLst>
              <a:gd name="adj" fmla="val 1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294436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adj=10000</a:t>
            </a:r>
            <a:endParaRPr lang="en-US" dirty="0"/>
          </a:p>
        </p:txBody>
      </p:sp>
      <p:sp>
        <p:nvSpPr>
          <p:cNvPr id="69" name="homePlate 1"/>
          <p:cNvSpPr/>
          <p:nvPr/>
        </p:nvSpPr>
        <p:spPr>
          <a:xfrm>
            <a:off x="3611880" y="6035040"/>
            <a:ext cx="1097280" cy="566928"/>
          </a:xfrm>
          <a:prstGeom prst="homePlate">
            <a:avLst>
              <a:gd name="adj" fmla="val 5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472744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adj=50000</a:t>
            </a:r>
            <a:endParaRPr lang="en-US" dirty="0"/>
          </a:p>
        </p:txBody>
      </p:sp>
      <p:sp>
        <p:nvSpPr>
          <p:cNvPr id="71" name="homePlate 2"/>
          <p:cNvSpPr/>
          <p:nvPr/>
        </p:nvSpPr>
        <p:spPr>
          <a:xfrm>
            <a:off x="5394960" y="6035040"/>
            <a:ext cx="1097280" cy="566928"/>
          </a:xfrm>
          <a:prstGeom prst="homePlate">
            <a:avLst>
              <a:gd name="adj" fmla="val 9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51052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adj=90000</a:t>
            </a:r>
            <a:endParaRPr lang="en-US" dirty="0"/>
          </a:p>
        </p:txBody>
      </p:sp>
      <p:sp>
        <p:nvSpPr>
          <p:cNvPr id="73" name="homePlate 3"/>
          <p:cNvSpPr/>
          <p:nvPr/>
        </p:nvSpPr>
        <p:spPr>
          <a:xfrm>
            <a:off x="7178040" y="6035040"/>
            <a:ext cx="1097280" cy="566928"/>
          </a:xfrm>
          <a:prstGeom prst="homePlate">
            <a:avLst>
              <a:gd name="adj" fmla="val 200000"/>
            </a:avLst>
          </a:prstGeom>
          <a:solidFill>
            <a:srgbClr val="ED7D31">
              <a:lumMod val="60000"/>
              <a:lumOff val="40000"/>
            </a:srgbClr>
          </a:solidFill>
          <a:ln w="12700">
            <a:solidFill>
              <a:srgbClr val="ED7D31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8293608" y="6080760"/>
            <a:ext cx="685800" cy="54864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l"/>
            <a:r>
              <a:rPr lang="en-US" sz="600" dirty="0">
                <a:solidFill>
                  <a:srgbClr val="404040"/>
                </a:solidFill>
              </a:rPr>
              <a:t>adj=200000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3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Shapes: adjust values (avLst) including out-of-range clamping</dc:title>
  <dc:subject>pptx_engine test corpus</dc:subject>
  <dc:creator>pptx_engine corpus generator</dc:creator>
  <cp:keywords>shapes, adjust-values, preset-geometry</cp:keywords>
  <dc:description>Preset geometries drawn with several adjust-value combinations each: roundRect, star5, rightArrow, chevron, donut, blockArc, arc, pie, chord, can, cube, bevel, callouts, trapezoid, parallelogram, brace, frame, teardrop, gear, circularArrow, mathNotEqual, plus a clamped out-of-range value.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