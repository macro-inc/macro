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package" Target="../embeddings/Microsoft_Excel_Sheet1.xlsx"/><Relationship Id="rId3" Type="http://schemas.openxmlformats.org/officeDocument/2006/relationships/image" Target="../media/image1.e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2.w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Embedded worksheet shown as content (EMF preview)</a:t>
            </a: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914400" y="1828800"/>
          <a:ext cx="7315200" cy="3291840"/>
        </p:xfrm>
        <a:graphic>
          <a:graphicData uri="http://schemas.openxmlformats.org/presentationml/2006/ole">
            <p:oleObj name="Worksheet" r:id="rId2" imgW="7315200" imgH="329184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914400" y="1828800"/>
                    <a:ext cx="7315200" cy="329184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914400" y="5303520"/>
            <a:ext cx="7315200" cy="365760"/>
          </a:xfrm>
          <a:prstGeom prst="rect">
            <a:avLst/>
          </a:prstGeom>
        </p:spPr>
        <p:txBody>
          <a:bodyPr wrap="square" lIns="18288" tIns="18288" rIns="18288" bIns="18288" anchor="t"/>
          <a:lstStyle/>
          <a:p>
            <a:pPr algn="ctr"/>
            <a:r>
              <a:rPr lang="en-US" sz="1100" dirty="0">
                <a:solidFill>
                  <a:srgbClr val="404040"/>
                </a:solidFill>
              </a:rPr>
              <a:t>Double-click target in PowerPoint; renderers draw the EMF preview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Embedded worksheet shown as an icon</a:t>
            </a:r>
          </a:p>
        </p:txBody>
      </p:sp>
      <p:graphicFrame>
        <p:nvGraphicFramePr>
          <p:cNvPr id="3" name="Object 2"/>
          <p:cNvGraphicFramePr>
            <a:graphicFrameLocks noGrp="1"/>
          </p:cNvGraphicFramePr>
          <p:nvPr/>
        </p:nvGraphicFramePr>
        <p:xfrm>
          <a:off x="3657600" y="2743200"/>
          <a:ext cx="965200" cy="609600"/>
        </p:xfrm>
        <a:graphic>
          <a:graphicData uri="http://schemas.openxmlformats.org/presentationml/2006/ole">
            <p:oleObj showAsIcon="1" r:id="rId2" imgW="965200" imgH="609600" progId="Excel.Sheet.12">
              <p:embed/>
              <p:pic>
                <p:nvPicPr>
                  <p:cNvPr id="0" name=""/>
                  <p:cNvPicPr/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3657600" y="2743200"/>
                    <a:ext cx="965200" cy="6096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Application>pptx_engine corpus generator (python-pptx 1.0.2)</Application>
  <PresentationFormat>On-screen Show (4:3)</PresentationFormat>
  <Slides>2</Slides>
  <Notes>0</Notes>
  <HiddenSlides>0</HiddenSlides>
  <MMClips>0</MMClip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OLE: embedded Excel worksheet with EMF preview</dc:title>
  <dc:subject>pptx_engine test corpus</dc:subject>
  <dc:creator>pptx_engine corpus generator</dc:creator>
  <cp:keywords>ole, emf, embedded-xlsx</cp:keywords>
  <dc:description>p:oleObj graphic frames embedding an .xlsx package: one displayed as content with an EMF preview picture (as Excel writes for pasted tables), one displayed as an icon.</dc:description>
  <cp:lastModifiedBy>pptx_engine corpus generator</cp:lastModifiedBy>
  <cp:revision>1</cp:revision>
  <dcterms:created xsi:type="dcterms:W3CDTF">2024-01-01T00:00:00Z</dcterms:created>
  <dcterms:modified xsi:type="dcterms:W3CDTF">2024-01-01T00:00:00Z</dcterms:modified>
</cp:coreProperties>
</file>