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xmlns:p14="http://schemas.microsoft.com/office/powerpoint/2010/main" uri="{521415D9-36F7-43E2-AB2F-B90AF26B5E84}">
      <p14:sectionLst>
        <p14:section name="Introduction" id="{C76F8F79-DBED-5BDD-9DD0-E9E75A5DAD59}">
          <p14:sldIdLst>
            <p14:sldId id="256"/>
            <p14:sldId id="257"/>
          </p14:sldIdLst>
        </p14:section>
        <p14:section name="Details" id="{F987C2AC-D1C3-5B2B-BD55-FC36B0BCD7A9}">
          <p14:sldIdLst>
            <p14:sldId id="258"/>
            <p14:sldId id="259"/>
          </p14:sldIdLst>
        </p14:section>
        <p14:section name="Appendix" id="{8AD231D4-98B9-5F10-BE0A-9A7A02352D44}">
          <p14:sldIdLst>
            <p14:sldId id="260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orpus Reviewer" initials="C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commentAuthors" Target="commentAuthors.xml"/><Relationship Id="rId13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1-01T09:00:00.000" idx="1">
    <p:pos x="10" y="10"/>
    <p:text>Check the date format.</p:text>
  </p:cm>
  <p:cm authorId="0" dt="2024-01-02T09:00:00.000" idx="2">
    <p:pos x="400" y="300"/>
    <p:text>Second comment on the same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on the title slide. Second sentence of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Notes: hyperlinks on runs and on a shape (cNvPr/hlinkClick).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report" TargetMode="External"/><Relationship Id="rId3" Type="http://schemas.openxmlformats.org/officeDocument/2006/relationships/hyperlink" Target="mailto:finance@example.com" TargetMode="External"/><Relationship Id="rId4" Type="http://schemas.openxmlformats.org/officeDocument/2006/relationships/slide" Target="slide1.xml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omments" Target="../comments/commen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Hidden slide · notes · sections · links · footers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1, 2024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Corpus · Confidential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7AC22-509D-583E-A776-854969A9BA68}" type="slidenum">
              <a:rPr lang="en-US" dirty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This slide is hidden (show="0")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Hidden slides are skipped in slide shows but still rendered in exports with ExportHiddenSlides.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1, 2024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Corpus · Confidential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7AC22-509D-583E-A776-854969A9BA68}" type="slidenum">
              <a:rPr lang="en-US" dirty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Hyperlinks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URL: </a:t>
            </a:r>
            <a:r>
              <a:rPr lang="en-US" dirty="0">
                <a:hlinkClick r:id="rId2"/>
              </a:rPr>
              <a:t>example.com</a:t>
            </a:r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finance@example.com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Jump to first slide</a:t>
            </a:r>
            <a:endParaRPr lang="en-US" dirty="0"/>
          </a:p>
          <a:p>
            <a:r>
              <a:rPr lang="en-US" dirty="0">
                <a:hlinkClick r:id="" action="ppaction://hlinkshowjump?jump=nextslide"/>
              </a:rPr>
              <a:t>Next slide action</a:t>
            </a:r>
            <a:endParaRPr lang="en-US" dirty="0"/>
          </a:p>
        </p:txBody>
      </p:sp>
      <p:sp>
        <p:nvSpPr>
          <p:cNvPr id="4" name="Linked button">
            <a:hlinkClick r:id="rId4" action="ppaction://hlinksldjump"/>
          </p:cNvPr>
          <p:cNvSpPr/>
          <p:nvPr/>
        </p:nvSpPr>
        <p:spPr>
          <a:xfrm>
            <a:off x="5943600" y="5029200"/>
            <a:ext cx="2286000" cy="822960"/>
          </a:xfrm>
          <a:prstGeom prst="actionButtonHome">
            <a:avLst/>
          </a:prstGeom>
          <a:solidFill>
            <a:schemeClr val="accent1"/>
          </a:solidFill>
          <a:ln w="12700">
            <a:solidFill>
              <a:srgbClr val="1F3864"/>
            </a:solidFill>
          </a:ln>
        </p:spPr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1, 2024</a:t>
            </a:r>
            <a:endParaRPr lang="en-US" dirty="0"/>
          </a:p>
        </p:txBody>
      </p:sp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Corpus · Confidential</a:t>
            </a:r>
            <a:endParaRPr lang="en-US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7AC22-509D-583E-A776-854969A9BA68}" type="slidenum">
              <a:rPr lang="en-US" dirty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Text fields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1463040"/>
            <a:ext cx="8046720" cy="36576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dirty="0">
                <a:solidFill>
                  <a:srgbClr val="7F7F7F"/>
                </a:solidFill>
              </a:rPr>
              <a:t>slidenum: </a:t>
            </a:r>
            <a:fld id="{21B908AF-18D6-57A8-BBE2-7A4F81A7ADCB}" type="slidenum">
              <a:rPr lang="en-US" sz="2000" dirty="0"/>
              <a:t>4</a:t>
            </a:fld>
            <a:endParaRPr lang="en-US" dirty="0"/>
          </a:p>
          <a:p>
            <a:r>
              <a:rPr lang="en-US" sz="1600" dirty="0">
                <a:solidFill>
                  <a:srgbClr val="7F7F7F"/>
                </a:solidFill>
              </a:rPr>
              <a:t>datetime1: </a:t>
            </a:r>
            <a:fld id="{E8D44D0D-D05B-5020-AC54-E343430FD1B0}" type="datetime1">
              <a:rPr lang="en-US" sz="2000" dirty="0"/>
              <a:t>1/1/2024</a:t>
            </a:fld>
            <a:endParaRPr lang="en-US" dirty="0"/>
          </a:p>
          <a:p>
            <a:r>
              <a:rPr lang="en-US" sz="1600" dirty="0">
                <a:solidFill>
                  <a:srgbClr val="7F7F7F"/>
                </a:solidFill>
              </a:rPr>
              <a:t>datetime2: </a:t>
            </a:r>
            <a:fld id="{96E15713-F3C0-5C80-96C8-EFED233E57FB}" type="datetime2">
              <a:rPr lang="en-US" sz="2000" dirty="0"/>
              <a:t>Monday, January 1, 2024</a:t>
            </a:fld>
            <a:endParaRPr lang="en-US" dirty="0"/>
          </a:p>
          <a:p>
            <a:r>
              <a:rPr lang="en-US" sz="1600" dirty="0">
                <a:solidFill>
                  <a:srgbClr val="7F7F7F"/>
                </a:solidFill>
              </a:rPr>
              <a:t>datetime4: </a:t>
            </a:r>
            <a:fld id="{80168838-3FF8-5D7C-BB30-F345301B1502}" type="datetime4">
              <a:rPr lang="en-US" sz="2000" dirty="0"/>
              <a:t>January 1, 2024</a:t>
            </a:fld>
            <a:endParaRPr lang="en-US" dirty="0"/>
          </a:p>
          <a:p>
            <a:r>
              <a:rPr lang="en-US" sz="1600" dirty="0">
                <a:solidFill>
                  <a:srgbClr val="7F7F7F"/>
                </a:solidFill>
              </a:rPr>
              <a:t>datetime8: </a:t>
            </a:r>
            <a:fld id="{6AA1456C-3560-589D-B456-12EBCD3FD086}" type="datetime8">
              <a:rPr lang="en-US" sz="2000" dirty="0"/>
              <a:t>1/1/2024 9:00 AM</a:t>
            </a:fld>
            <a:endParaRPr lang="en-US" dirty="0"/>
          </a:p>
          <a:p>
            <a:r>
              <a:rPr lang="en-US" sz="1600" dirty="0">
                <a:solidFill>
                  <a:srgbClr val="7F7F7F"/>
                </a:solidFill>
              </a:rPr>
              <a:t>datetime12: </a:t>
            </a:r>
            <a:fld id="{98353B13-B1C4-5D0D-9620-720C2A964E37}" type="datetime12">
              <a:rPr lang="en-US" sz="2000" dirty="0"/>
              <a:t>9:00:00 AM</a:t>
            </a:fld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1, 2024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Corpus · Confidential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7AC22-509D-583E-A776-854969A9BA68}" type="slidenum">
              <a:rPr lang="en-US" dirty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section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January 1, 2024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Corpus · Confidential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7AC22-509D-583E-A776-854969A9BA68}" type="slidenum">
              <a:rPr lang="en-US" dirty="0"/>
              <a:t>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5</Slides>
  <Notes>2</Notes>
  <HiddenSlides>1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features: hidden slide, notes, sections, hyperlinks, footers, comments</dc:title>
  <dc:subject>pptx_engine test corpus</dc:subject>
  <dc:creator>pptx_engine corpus generator</dc:creator>
  <cp:keywords>hidden-slide, notes, sections, hyperlink, footer, fields, comments</cp:keywords>
  <dc:description>A hidden slide (show=0), speaker notes, p14 sections, external/mailto/slide-jump/next-slide hyperlinks on text and shapes, date/footer/slide-number placeholders, a text field gallery (slide 4 has live datetime fields: renderers substitute the current date, so mask it in pixel diffs) and legacy comments.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