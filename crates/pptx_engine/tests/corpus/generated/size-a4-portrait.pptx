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00" y="3321450"/>
            <a:ext cx="6426000" cy="22918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000" y="6058800"/>
            <a:ext cx="5292000" cy="2732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188" y="6870600"/>
            <a:ext cx="6426000" cy="21235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188" y="4531726"/>
            <a:ext cx="6426000" cy="233887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8000" y="2494800"/>
            <a:ext cx="3339000" cy="705622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3000" y="2494800"/>
            <a:ext cx="3339000" cy="705622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000" y="2393326"/>
            <a:ext cx="3340313" cy="9974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000" y="3390750"/>
            <a:ext cx="3340313" cy="61602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0375" y="2393326"/>
            <a:ext cx="3341625" cy="9974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0375" y="3390750"/>
            <a:ext cx="3341625" cy="61602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000" y="425700"/>
            <a:ext cx="2487188" cy="18117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5750" y="425700"/>
            <a:ext cx="4226250" cy="91253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000" y="2237400"/>
            <a:ext cx="2487188" cy="73136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1813" y="7484400"/>
            <a:ext cx="4536000" cy="8835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1813" y="955350"/>
            <a:ext cx="4536000" cy="641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1813" y="8367976"/>
            <a:ext cx="4536000" cy="12548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81000" y="428176"/>
            <a:ext cx="1701000" cy="91228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000" y="428176"/>
            <a:ext cx="4977000" cy="91228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000" y="428176"/>
            <a:ext cx="6804000" cy="178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000" y="2494800"/>
            <a:ext cx="6804000" cy="7056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000" y="9909900"/>
            <a:ext cx="1764000" cy="56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000" y="9909900"/>
            <a:ext cx="2394000" cy="56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18000" y="9909900"/>
            <a:ext cx="1764000" cy="56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A4 portrait report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Portrait slides are common for one-page financial summaries.</a:t>
            </a:r>
          </a:p>
          <a:p>
            <a:r>
              <a:t>Revenue up 12%</a:t>
            </a:r>
          </a:p>
          <a:p>
            <a:r>
              <a:t>Margin 25%</a:t>
            </a:r>
          </a:p>
          <a:p>
            <a:r>
              <a:t>Cash $310M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Summary table and chart area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664768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5896"/>
                <a:gridCol w="2215896"/>
                <a:gridCol w="221589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Metric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2023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2024</a:t>
                      </a:r>
                      <a:endParaRPr lang="en-US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Revenue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118.2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132.4</a:t>
                      </a:r>
                      <a:endParaRPr lang="en-US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EBITDA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33.4</a:t>
                      </a:r>
                      <a:endParaRPr lang="en-US" dirty="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Net income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19.2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25.9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chart emf" descr="chart emf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3931920"/>
            <a:ext cx="6647688" cy="4114800"/>
          </a:xfrm>
          <a:prstGeom prst="rect">
            <a:avLst/>
          </a:prstGeom>
        </p:spPr>
      </p:pic>
      <p:sp>
        <p:nvSpPr>
          <p:cNvPr id="5" name="roundRect 5"/>
          <p:cNvSpPr/>
          <p:nvPr/>
        </p:nvSpPr>
        <p:spPr>
          <a:xfrm>
            <a:off x="457200" y="8503920"/>
            <a:ext cx="6647688" cy="14630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F5597"/>
            </a:solidFill>
          </a:ln>
        </p:spPr>
        <p:txBody>
          <a:bodyPr anchor="ctr"/>
          <a:lstStyle/>
          <a:p>
            <a:pPr algn="ctr"/>
            <a:r>
              <a:rPr lang="en-US" sz="1400" dirty="0"/>
              <a:t>Footer note box at the bottom of an A4 page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Custom</PresentationFormat>
  <Slides>2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size: A4 portrait (custom size)</dc:title>
  <dc:subject>pptx_engine test corpus</dc:subject>
  <dc:creator>pptx_engine corpus generator</dc:creator>
  <cp:keywords>slide-size, portrait, custom-size</cp:keywords>
  <dc:description>A custom 210x297 mm portrait slide size with the template rescaled; title, body, picture, table and shapes laid out for portrait.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