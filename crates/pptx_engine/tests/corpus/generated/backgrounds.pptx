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>
          <a:gsLst>
            <a:gs pos="0">
              <a:srgbClr val="DEEBF7"/>
            </a:gs>
            <a:gs pos="100000">
              <a:srgbClr val="2F5597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Inherited master background (solid F3F0E8)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5120640"/>
            <a:ext cx="8046720" cy="109728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No &lt;p:bg&gt; on the slide or layout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Layout background (gradient)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548640" y="5120640"/>
            <a:ext cx="8046720" cy="109728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Inherited from the Section Header layout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Slide solid background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5120640"/>
            <a:ext cx="8046720" cy="109728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Slide solid background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002060"/>
            </a:gs>
            <a:gs pos="60000">
              <a:srgbClr val="7030A0"/>
            </a:gs>
            <a:gs pos="100000">
              <a:srgbClr val="FF66CC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Slide linear gradient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5120640"/>
            <a:ext cx="8046720" cy="109728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Slide linear gradient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FFFFFF"/>
            </a:gs>
            <a:gs pos="100000">
              <a:srgbClr val="00B05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Slide path gradient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5120640"/>
            <a:ext cx="8046720" cy="109728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Slide path gradient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pattFill prst="dotDmnd">
          <a:fgClr>
            <a:srgbClr val="BF9000"/>
          </a:fgClr>
          <a:bgClr>
            <a:srgbClr val="FFF2CC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Slide pattern background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5120640"/>
            <a:ext cx="8046720" cy="109728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Slide pattern background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Slide picture background (stretch)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5120640"/>
            <a:ext cx="8046720" cy="109728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Picture stretched to the slide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Slide picture background (tiled)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5120640"/>
            <a:ext cx="8046720" cy="109728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Picture tiled at 100%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accent2"/>
      </p:bgRef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Theme background bgRef idx=1001 (accent2)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5120640"/>
            <a:ext cx="8046720" cy="109728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bgFillStyleLst entry 1 with phClr = accent2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Ref idx="1002">
        <a:schemeClr val="accent1"/>
      </p:bgRef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Theme background bgRef idx=1002 (accent1)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5120640"/>
            <a:ext cx="8046720" cy="109728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bgFillStyleLst entry 2 with phClr = accent1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Ref idx="1003">
        <a:schemeClr val="accent6"/>
      </p:bgRef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Theme background bgRef idx=1003 (accent6)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640" y="5120640"/>
            <a:ext cx="8046720" cy="109728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</a:rPr>
              <a:t>bgFillStyleLst entry 3 with phClr = accent6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11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Backgrounds: master, layout and slide backgrounds</dc:title>
  <dc:subject>pptx_engine test corpus</dc:subject>
  <dc:creator>pptx_engine corpus generator</dc:creator>
  <cp:keywords>backgrounds, master-background, layout-background, bg-ref</cp:keywords>
  <dc:description>Master background (solid), layout background (gradient) inherited by its slides, and slide backgrounds: solid, linear gradient, path gradient, stretched picture, tiled picture, pattern, theme bgRef 1001-1003.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