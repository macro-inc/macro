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slideMasters/_rels/slideMaster11.xml.rels" ContentType="application/vnd.openxmlformats-package.relationships+xml"/>
  <Override PartName="/ppt/slideMasters/_rels/slideMaster5.xml.rels" ContentType="application/vnd.openxmlformats-package.relationships+xml"/>
  <Override PartName="/ppt/slideMasters/_rels/slideMaster10.xml.rels" ContentType="application/vnd.openxmlformats-package.relationships+xml"/>
  <Override PartName="/ppt/slideMasters/_rels/slideMaster4.xml.rels" ContentType="application/vnd.openxmlformats-package.relationships+xml"/>
  <Override PartName="/ppt/slideMasters/_rels/slideMaster9.xml.rels" ContentType="application/vnd.openxmlformats-package.relationships+xml"/>
  <Override PartName="/ppt/slideMasters/_rels/slideMaster8.xml.rels" ContentType="application/vnd.openxmlformats-package.relationships+xml"/>
  <Override PartName="/ppt/slideMasters/_rels/slideMaster7.xml.rels" ContentType="application/vnd.openxmlformats-package.relationships+xml"/>
  <Override PartName="/ppt/slideMasters/_rels/slideMaster6.xml.rels" ContentType="application/vnd.openxmlformats-package.relationships+xml"/>
  <Override PartName="/ppt/slideMasters/_rels/slideMaster3.xml.rels" ContentType="application/vnd.openxmlformats-package.relationships+xml"/>
  <Override PartName="/ppt/slideMasters/_rels/slideMaster2.xml.rels" ContentType="application/vnd.openxmlformats-package.relationships+xml"/>
  <Override PartName="/ppt/slideMasters/_rels/slideMaster1.xml.rels" ContentType="application/vnd.openxmlformats-package.relationship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Masters/slideMaster5.xml" ContentType="application/vnd.openxmlformats-officedocument.presentationml.slideMaster+xml"/>
  <Override PartName="/ppt/slideMasters/slideMaster6.xml" ContentType="application/vnd.openxmlformats-officedocument.presentationml.slideMaster+xml"/>
  <Override PartName="/ppt/slideMasters/slideMaster7.xml" ContentType="application/vnd.openxmlformats-officedocument.presentationml.slideMaster+xml"/>
  <Override PartName="/ppt/slideMasters/slideMaster8.xml" ContentType="application/vnd.openxmlformats-officedocument.presentationml.slideMaster+xml"/>
  <Override PartName="/ppt/slideMasters/slideMaster9.xml" ContentType="application/vnd.openxmlformats-officedocument.presentationml.slideMaster+xml"/>
  <Override PartName="/ppt/slideMasters/slideMaster10.xml" ContentType="application/vnd.openxmlformats-officedocument.presentationml.slideMaster+xml"/>
  <Override PartName="/ppt/slideMasters/slideMaster11.xml" ContentType="application/vnd.openxmlformats-officedocument.presentationml.slideMaster+xml"/>
  <Override PartName="/ppt/presProps.xml" ContentType="application/vnd.openxmlformats-officedocument.presentationml.presProps+xml"/>
  <Override PartName="/ppt/theme/theme1.xml" ContentType="application/vnd.openxmlformats-officedocument.theme+xml"/>
  <Override PartName="/ppt/theme/theme1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theme/theme5.xml" ContentType="application/vnd.openxmlformats-officedocument.theme+xml"/>
  <Override PartName="/ppt/theme/theme6.xml" ContentType="application/vnd.openxmlformats-officedocument.theme+xml"/>
  <Override PartName="/ppt/theme/theme7.xml" ContentType="application/vnd.openxmlformats-officedocument.theme+xml"/>
  <Override PartName="/ppt/theme/theme8.xml" ContentType="application/vnd.openxmlformats-officedocument.theme+xml"/>
  <Override PartName="/ppt/theme/theme9.xml" ContentType="application/vnd.openxmlformats-officedocument.theme+xml"/>
  <Override PartName="/ppt/theme/theme10.xml" ContentType="application/vnd.openxmlformats-officedocument.theme+xml"/>
  <Override PartName="/ppt/slideLayouts/_rels/slideLayout9.xml.rels" ContentType="application/vnd.openxmlformats-package.relationships+xml"/>
  <Override PartName="/ppt/slideLayouts/_rels/slideLayout8.xml.rels" ContentType="application/vnd.openxmlformats-package.relationships+xml"/>
  <Override PartName="/ppt/slideLayouts/_rels/slideLayout7.xml.rels" ContentType="application/vnd.openxmlformats-package.relationships+xml"/>
  <Override PartName="/ppt/slideLayouts/_rels/slideLayout6.xml.rels" ContentType="application/vnd.openxmlformats-package.relationships+xml"/>
  <Override PartName="/ppt/slideLayouts/_rels/slideLayout5.xml.rels" ContentType="application/vnd.openxmlformats-package.relationships+xml"/>
  <Override PartName="/ppt/slideLayouts/_rels/slideLayout4.xml.rels" ContentType="application/vnd.openxmlformats-package.relationships+xml"/>
  <Override PartName="/ppt/slideLayouts/_rels/slideLayout3.xml.rels" ContentType="application/vnd.openxmlformats-package.relationships+xml"/>
  <Override PartName="/ppt/slideLayouts/_rels/slideLayout2.xml.rels" ContentType="application/vnd.openxmlformats-package.relationships+xml"/>
  <Override PartName="/ppt/slideLayouts/_rels/slideLayout1.xml.rels" ContentType="application/vnd.openxmlformats-package.relationship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s/slide1.xml" ContentType="application/vnd.openxmlformats-officedocument.presentationml.slide+xml"/>
  <Override PartName="/ppt/slides/_rels/slide4.xml.rels" ContentType="application/vnd.openxmlformats-package.relationships+xml"/>
  <Override PartName="/ppt/slides/_rels/slide3.xml.rels" ContentType="application/vnd.openxmlformats-package.relationships+xml"/>
  <Override PartName="/ppt/slides/_rels/slide2.xml.rels" ContentType="application/vnd.openxmlformats-package.relationships+xml"/>
  <Override PartName="/ppt/slides/_rels/slide1.xml.rels" ContentType="application/vnd.openxmlformats-package.relationships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_rels/presentation.xml.rels" ContentType="application/vnd.openxmlformats-package.relationships+xml"/>
  <Override PartName="/ppt/media/image1.png" ContentType="image/png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custom-properties" Target="docProps/custom.xml"/><Relationship Id="rId4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  <p:sldMasterId id="2147483650" r:id="rId3"/>
    <p:sldMasterId id="2147483652" r:id="rId4"/>
    <p:sldMasterId id="2147483654" r:id="rId5"/>
    <p:sldMasterId id="2147483657" r:id="rId6"/>
    <p:sldMasterId id="2147483659" r:id="rId7"/>
    <p:sldMasterId id="2147483661" r:id="rId8"/>
    <p:sldMasterId id="2147483663" r:id="rId9"/>
    <p:sldMasterId id="2147483665" r:id="rId10"/>
    <p:sldMasterId id="2147483666" r:id="rId11"/>
    <p:sldMasterId id="2147483667" r:id="rId12"/>
  </p:sldMasterIdLst>
  <p:sldIdLst>
    <p:sldId id="256" r:id="rId13"/>
    <p:sldId id="257" r:id="rId14"/>
    <p:sldId id="258" r:id="rId15"/>
    <p:sldId id="259" r:id="rId16"/>
  </p:sldIdLst>
  <p:sldSz cx="9144000" cy="6858000"/>
  <p:notesSz cx="7559675" cy="10691813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Master" Target="slideMasters/slideMaster2.xml"/><Relationship Id="rId4" Type="http://schemas.openxmlformats.org/officeDocument/2006/relationships/slideMaster" Target="slideMasters/slideMaster3.xml"/><Relationship Id="rId5" Type="http://schemas.openxmlformats.org/officeDocument/2006/relationships/slideMaster" Target="slideMasters/slideMaster4.xml"/><Relationship Id="rId6" Type="http://schemas.openxmlformats.org/officeDocument/2006/relationships/slideMaster" Target="slideMasters/slideMaster5.xml"/><Relationship Id="rId7" Type="http://schemas.openxmlformats.org/officeDocument/2006/relationships/slideMaster" Target="slideMasters/slideMaster6.xml"/><Relationship Id="rId8" Type="http://schemas.openxmlformats.org/officeDocument/2006/relationships/slideMaster" Target="slideMasters/slideMaster7.xml"/><Relationship Id="rId9" Type="http://schemas.openxmlformats.org/officeDocument/2006/relationships/slideMaster" Target="slideMasters/slideMaster8.xml"/><Relationship Id="rId10" Type="http://schemas.openxmlformats.org/officeDocument/2006/relationships/slideMaster" Target="slideMasters/slideMaster9.xml"/><Relationship Id="rId11" Type="http://schemas.openxmlformats.org/officeDocument/2006/relationships/slideMaster" Target="slideMasters/slideMaster10.xml"/><Relationship Id="rId12" Type="http://schemas.openxmlformats.org/officeDocument/2006/relationships/slideMaster" Target="slideMasters/slideMaster11.xml"/><Relationship Id="rId13" Type="http://schemas.openxmlformats.org/officeDocument/2006/relationships/slide" Target="slides/slide1.xml"/><Relationship Id="rId14" Type="http://schemas.openxmlformats.org/officeDocument/2006/relationships/slide" Target="slides/slide2.xml"/><Relationship Id="rId15" Type="http://schemas.openxmlformats.org/officeDocument/2006/relationships/slide" Target="slides/slide3.xml"/><Relationship Id="rId16" Type="http://schemas.openxmlformats.org/officeDocument/2006/relationships/slide" Target="slides/slide4.xml"/><Relationship Id="rId17" Type="http://schemas.openxmlformats.org/officeDocument/2006/relationships/presProps" Target="presProps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.xml"/>
</Relationships>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4.xml"/>
</Relationships>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4.xml"/>
</Relationships>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5.xml"/>
</Relationships>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6.xml"/>
</Relationships>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7.xml"/>
</Relationships>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8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785A9E55-7FB6-5969-90C9-7E95FBBA0C65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81139D52-9B43-539B-A22C-5567BE1A52E1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8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9"/>
          </p:nvPr>
        </p:nvSpPr>
        <p:spPr/>
        <p:txBody>
          <a:bodyPr/>
          <a:p>
            <a:fld id="{75CDD0FA-F24A-5613-88B9-017747077EC4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7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1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12"/>
          </p:nvPr>
        </p:nvSpPr>
        <p:spPr/>
        <p:txBody>
          <a:bodyPr/>
          <a:p>
            <a:fld id="{DDC4E33C-2DFE-5728-AD67-6ED75837E7B7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10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24" name="PlaceHolder 2"/>
          <p:cNvSpPr>
            <a:spLocks noGrp="1"/>
          </p:cNvSpPr>
          <p:nvPr>
            <p:ph/>
          </p:nvPr>
        </p:nvSpPr>
        <p:spPr>
          <a:xfrm>
            <a:off x="457200" y="1604520"/>
            <a:ext cx="82292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1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12"/>
          </p:nvPr>
        </p:nvSpPr>
        <p:spPr/>
        <p:txBody>
          <a:bodyPr/>
          <a:p>
            <a:fld id="{BC555389-1757-50C0-BDBE-0554834614ED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0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14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15"/>
          </p:nvPr>
        </p:nvSpPr>
        <p:spPr/>
        <p:txBody>
          <a:bodyPr/>
          <a:p>
            <a:fld id="{A6B46FFB-C01F-597D-9C7A-365FEF1093F3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13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17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18"/>
          </p:nvPr>
        </p:nvSpPr>
        <p:spPr/>
        <p:txBody>
          <a:bodyPr/>
          <a:p>
            <a:fld id="{08CB3BB5-2650-5165-AAE1-A2964F327BC4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16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20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21"/>
          </p:nvPr>
        </p:nvSpPr>
        <p:spPr/>
        <p:txBody>
          <a:bodyPr/>
          <a:p>
            <a:fld id="{0493DF51-9E39-5F99-973C-3FB367FF507A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19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23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24"/>
          </p:nvPr>
        </p:nvSpPr>
        <p:spPr/>
        <p:txBody>
          <a:bodyPr/>
          <a:p>
            <a:fld id="{EDE1DD7D-93E2-56C6-9359-78A8D4C0ACBA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22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
</Relationships>
</file>

<file path=ppt/slideMasters/_rels/slideMaster2.xml.rels><?xml version="1.0" encoding="UTF-8"?>
<Relationships xmlns="http://schemas.openxmlformats.org/package/2006/relationships"><Relationship Id="rId1" Type="http://schemas.openxmlformats.org/officeDocument/2006/relationships/theme" Target="../theme/theme2.xml"/><Relationship Id="rId2" Type="http://schemas.openxmlformats.org/officeDocument/2006/relationships/slideLayout" Target="../slideLayouts/slideLayout2.xml"/>
</Relationships>
</file>

<file path=ppt/slideMasters/_rels/slideMaster3.xml.rels><?xml version="1.0" encoding="UTF-8"?>
<Relationships xmlns="http://schemas.openxmlformats.org/package/2006/relationships"><Relationship Id="rId1" Type="http://schemas.openxmlformats.org/officeDocument/2006/relationships/theme" Target="../theme/theme3.xml"/><Relationship Id="rId2" Type="http://schemas.openxmlformats.org/officeDocument/2006/relationships/slideLayout" Target="../slideLayouts/slideLayout3.xml"/>
</Relationships>
</file>

<file path=ppt/slideMasters/_rels/slideMaster4.xml.rels><?xml version="1.0" encoding="UTF-8"?>
<Relationships xmlns="http://schemas.openxmlformats.org/package/2006/relationships"><Relationship Id="rId1" Type="http://schemas.openxmlformats.org/officeDocument/2006/relationships/theme" Target="../theme/theme4.xml"/><Relationship Id="rId2" Type="http://schemas.openxmlformats.org/officeDocument/2006/relationships/slideLayout" Target="../slideLayouts/slideLayout4.xml"/><Relationship Id="rId3" Type="http://schemas.openxmlformats.org/officeDocument/2006/relationships/slideLayout" Target="../slideLayouts/slideLayout5.xml"/>
</Relationships>
</file>

<file path=ppt/slideMasters/_rels/slideMaster5.xml.rels><?xml version="1.0" encoding="UTF-8"?>
<Relationships xmlns="http://schemas.openxmlformats.org/package/2006/relationships"><Relationship Id="rId1" Type="http://schemas.openxmlformats.org/officeDocument/2006/relationships/theme" Target="../theme/theme5.xml"/><Relationship Id="rId2" Type="http://schemas.openxmlformats.org/officeDocument/2006/relationships/slideLayout" Target="../slideLayouts/slideLayout6.xml"/>
</Relationships>
</file>

<file path=ppt/slideMasters/_rels/slideMaster6.xml.rels><?xml version="1.0" encoding="UTF-8"?>
<Relationships xmlns="http://schemas.openxmlformats.org/package/2006/relationships"><Relationship Id="rId1" Type="http://schemas.openxmlformats.org/officeDocument/2006/relationships/theme" Target="../theme/theme6.xml"/><Relationship Id="rId2" Type="http://schemas.openxmlformats.org/officeDocument/2006/relationships/slideLayout" Target="../slideLayouts/slideLayout7.xml"/>
</Relationships>
</file>

<file path=ppt/slideMasters/_rels/slideMaster7.xml.rels><?xml version="1.0" encoding="UTF-8"?>
<Relationships xmlns="http://schemas.openxmlformats.org/package/2006/relationships"><Relationship Id="rId1" Type="http://schemas.openxmlformats.org/officeDocument/2006/relationships/theme" Target="../theme/theme7.xml"/><Relationship Id="rId2" Type="http://schemas.openxmlformats.org/officeDocument/2006/relationships/slideLayout" Target="../slideLayouts/slideLayout8.xml"/>
</Relationships>
</file>

<file path=ppt/slideMasters/_rels/slideMaster8.xml.rels><?xml version="1.0" encoding="UTF-8"?>
<Relationships xmlns="http://schemas.openxmlformats.org/package/2006/relationships"><Relationship Id="rId1" Type="http://schemas.openxmlformats.org/officeDocument/2006/relationships/theme" Target="../theme/theme8.xml"/><Relationship Id="rId2" Type="http://schemas.openxmlformats.org/officeDocument/2006/relationships/slideLayout" Target="../slideLayouts/slideLayout9.xml"/>
</Relationships>
</file>

<file path=ppt/slideMasters/_rels/slideMaster9.xml.rels><?xml version="1.0" encoding="UTF-8"?>
<Relationships xmlns="http://schemas.openxmlformats.org/package/2006/relationships"><Relationship Id="rId1" Type="http://schemas.openxmlformats.org/officeDocument/2006/relationships/theme" Target="../theme/theme9.xml"/>
</Relationships>
</file>

<file path=ppt/slideMasters/_rels/slideMaster10.xml.rels><?xml version="1.0" encoding="UTF-8"?>
<Relationships xmlns="http://schemas.openxmlformats.org/package/2006/relationships"><Relationship Id="rId1" Type="http://schemas.openxmlformats.org/officeDocument/2006/relationships/theme" Target="../theme/theme10.xml"/>
</Relationships>
</file>

<file path=ppt/slideMasters/_rels/slideMaster11.xml.rels><?xml version="1.0" encoding="UTF-8"?>
<Relationships xmlns="http://schemas.openxmlformats.org/package/2006/relationships"><Relationship Id="rId1" Type="http://schemas.openxmlformats.org/officeDocument/2006/relationships/theme" Target="../theme/theme11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PlaceHolder 1"/>
          <p:cNvSpPr>
            <a:spLocks noGrp="1"/>
          </p:cNvSpPr>
          <p:nvPr>
            <p:ph type="title"/>
          </p:nvPr>
        </p:nvSpPr>
        <p:spPr>
          <a:xfrm>
            <a:off x="685800" y="2130480"/>
            <a:ext cx="7772040" cy="14695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457200">
              <a:lnSpc>
                <a:spcPct val="100000"/>
              </a:lnSpc>
              <a:buNone/>
            </a:pPr>
            <a:r>
              <a:rPr b="0" lang="en-US" sz="4400" spc="-1" strike="noStrike">
                <a:solidFill>
                  <a:schemeClr val="dk1"/>
                </a:solidFill>
                <a:latin typeface="Calibri"/>
              </a:rPr>
              <a:t>Click to edit Master title style</a:t>
            </a:r>
            <a:endParaRPr b="0" lang="en-US" sz="44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1" name="PlaceHolder 2"/>
          <p:cNvSpPr>
            <a:spLocks noGrp="1"/>
          </p:cNvSpPr>
          <p:nvPr>
            <p:ph type="dt" idx="1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defTabSz="457200">
              <a:lnSpc>
                <a:spcPct val="100000"/>
              </a:lnSpc>
              <a:buNone/>
            </a:pPr>
            <a:r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&lt;date/time&gt;</a:t>
            </a:r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" name="PlaceHolder 3"/>
          <p:cNvSpPr>
            <a:spLocks noGrp="1"/>
          </p:cNvSpPr>
          <p:nvPr>
            <p:ph type="ftr" idx="2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" name="PlaceHolder 4"/>
          <p:cNvSpPr>
            <a:spLocks noGrp="1"/>
          </p:cNvSpPr>
          <p:nvPr>
            <p:ph type="sldNum" idx="3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D0442D62-2F9F-5EB1-9B1A-41C1343C3B1D}" type="slidenum"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49" r:id="rId2"/>
  </p:sldLayoutIdLst>
</p:sldMaster>
</file>

<file path=ppt/slideMasters/slideMaster2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457200">
              <a:lnSpc>
                <a:spcPct val="100000"/>
              </a:lnSpc>
              <a:buNone/>
            </a:pPr>
            <a:r>
              <a:rPr b="0" lang="en-US" sz="4400" spc="-1" strike="noStrike">
                <a:solidFill>
                  <a:schemeClr val="dk1"/>
                </a:solidFill>
                <a:latin typeface="Calibri"/>
              </a:rPr>
              <a:t>Click to edit Master title style</a:t>
            </a:r>
            <a:endParaRPr b="0" lang="en-US" sz="44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6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8229240" cy="45255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 vert="eaVert">
            <a:noAutofit/>
          </a:bodyPr>
          <a:p>
            <a:pPr marL="432000" indent="-324000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pc="-1" strike="noStrike">
                <a:solidFill>
                  <a:schemeClr val="dk1"/>
                </a:solidFill>
                <a:latin typeface="Calibri"/>
              </a:rPr>
              <a:t>Click to edit Master text styles</a:t>
            </a:r>
            <a:endParaRPr b="0" lang="en-US" sz="3200" spc="-1" strike="noStrike">
              <a:solidFill>
                <a:schemeClr val="dk1"/>
              </a:solidFill>
              <a:latin typeface="Calibri"/>
            </a:endParaRPr>
          </a:p>
          <a:p>
            <a:pPr lvl="1" marL="864000" indent="-324000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800" spc="-1" strike="noStrike">
                <a:solidFill>
                  <a:schemeClr val="dk1"/>
                </a:solidFill>
                <a:latin typeface="Calibri"/>
              </a:rPr>
              <a:t>Second level</a:t>
            </a:r>
            <a:endParaRPr b="0" lang="en-US" sz="2800" spc="-1" strike="noStrike">
              <a:solidFill>
                <a:schemeClr val="dk1"/>
              </a:solidFill>
              <a:latin typeface="Calibri"/>
            </a:endParaRPr>
          </a:p>
          <a:p>
            <a:pPr lvl="2" marL="1296000" indent="-288000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400" spc="-1" strike="noStrike">
                <a:solidFill>
                  <a:schemeClr val="dk1"/>
                </a:solidFill>
                <a:latin typeface="Calibri"/>
              </a:rPr>
              <a:t>Third level</a:t>
            </a:r>
            <a:endParaRPr b="0" lang="en-US" sz="2400" spc="-1" strike="noStrike">
              <a:solidFill>
                <a:schemeClr val="dk1"/>
              </a:solidFill>
              <a:latin typeface="Calibri"/>
            </a:endParaRPr>
          </a:p>
          <a:p>
            <a:pPr lvl="3" marL="1728000" indent="-216000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Fourth level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  <a:p>
            <a:pPr lvl="4" marL="2160000" indent="-216000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Fifth level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7" name="PlaceHolder 3"/>
          <p:cNvSpPr>
            <a:spLocks noGrp="1"/>
          </p:cNvSpPr>
          <p:nvPr>
            <p:ph type="dt" idx="4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defTabSz="457200">
              <a:lnSpc>
                <a:spcPct val="100000"/>
              </a:lnSpc>
              <a:buNone/>
            </a:pPr>
            <a:r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&lt;date/time&gt;</a:t>
            </a:r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8" name="PlaceHolder 4"/>
          <p:cNvSpPr>
            <a:spLocks noGrp="1"/>
          </p:cNvSpPr>
          <p:nvPr>
            <p:ph type="ftr" idx="5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9" name="PlaceHolder 5"/>
          <p:cNvSpPr>
            <a:spLocks noGrp="1"/>
          </p:cNvSpPr>
          <p:nvPr>
            <p:ph type="sldNum" idx="6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6A9E99C7-6A43-5426-A5E7-096D7AC0017E}" type="slidenum"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51" r:id="rId2"/>
  </p:sldLayoutIdLst>
</p:sldMaster>
</file>

<file path=ppt/slideMasters/slideMaster3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PlaceHolder 1"/>
          <p:cNvSpPr>
            <a:spLocks noGrp="1"/>
          </p:cNvSpPr>
          <p:nvPr>
            <p:ph type="title"/>
          </p:nvPr>
        </p:nvSpPr>
        <p:spPr>
          <a:xfrm>
            <a:off x="6629400" y="274680"/>
            <a:ext cx="2057040" cy="58510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 anchorCtr="1" vert="eaVert">
            <a:noAutofit/>
          </a:bodyPr>
          <a:p>
            <a:pPr indent="0" algn="ctr" defTabSz="457200">
              <a:lnSpc>
                <a:spcPct val="100000"/>
              </a:lnSpc>
              <a:buNone/>
            </a:pPr>
            <a:r>
              <a:rPr b="0" lang="en-US" sz="4400" spc="-1" strike="noStrike">
                <a:solidFill>
                  <a:schemeClr val="dk1"/>
                </a:solidFill>
                <a:latin typeface="Calibri"/>
              </a:rPr>
              <a:t>Click to edit Master title style</a:t>
            </a:r>
            <a:endParaRPr b="0" lang="en-US" sz="44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12" name="PlaceHolder 2"/>
          <p:cNvSpPr>
            <a:spLocks noGrp="1"/>
          </p:cNvSpPr>
          <p:nvPr>
            <p:ph type="body"/>
          </p:nvPr>
        </p:nvSpPr>
        <p:spPr>
          <a:xfrm>
            <a:off x="457200" y="274680"/>
            <a:ext cx="6019560" cy="58510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 vert="eaVert">
            <a:noAutofit/>
          </a:bodyPr>
          <a:p>
            <a:pPr marL="432000" indent="-324000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pc="-1" strike="noStrike">
                <a:solidFill>
                  <a:schemeClr val="dk1"/>
                </a:solidFill>
                <a:latin typeface="Calibri"/>
              </a:rPr>
              <a:t>Click to edit Master text styles</a:t>
            </a:r>
            <a:endParaRPr b="0" lang="en-US" sz="3200" spc="-1" strike="noStrike">
              <a:solidFill>
                <a:schemeClr val="dk1"/>
              </a:solidFill>
              <a:latin typeface="Calibri"/>
            </a:endParaRPr>
          </a:p>
          <a:p>
            <a:pPr lvl="1" marL="864000" indent="-324000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800" spc="-1" strike="noStrike">
                <a:solidFill>
                  <a:schemeClr val="dk1"/>
                </a:solidFill>
                <a:latin typeface="Calibri"/>
              </a:rPr>
              <a:t>Second level</a:t>
            </a:r>
            <a:endParaRPr b="0" lang="en-US" sz="2800" spc="-1" strike="noStrike">
              <a:solidFill>
                <a:schemeClr val="dk1"/>
              </a:solidFill>
              <a:latin typeface="Calibri"/>
            </a:endParaRPr>
          </a:p>
          <a:p>
            <a:pPr lvl="2" marL="1296000" indent="-288000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400" spc="-1" strike="noStrike">
                <a:solidFill>
                  <a:schemeClr val="dk1"/>
                </a:solidFill>
                <a:latin typeface="Calibri"/>
              </a:rPr>
              <a:t>Third level</a:t>
            </a:r>
            <a:endParaRPr b="0" lang="en-US" sz="2400" spc="-1" strike="noStrike">
              <a:solidFill>
                <a:schemeClr val="dk1"/>
              </a:solidFill>
              <a:latin typeface="Calibri"/>
            </a:endParaRPr>
          </a:p>
          <a:p>
            <a:pPr lvl="3" marL="1728000" indent="-216000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Fourth level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  <a:p>
            <a:pPr lvl="4" marL="2160000" indent="-216000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Fifth level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13" name="PlaceHolder 3"/>
          <p:cNvSpPr>
            <a:spLocks noGrp="1"/>
          </p:cNvSpPr>
          <p:nvPr>
            <p:ph type="dt" idx="7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defTabSz="457200">
              <a:lnSpc>
                <a:spcPct val="100000"/>
              </a:lnSpc>
              <a:buNone/>
            </a:pPr>
            <a:r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&lt;date/time&gt;</a:t>
            </a:r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4" name="PlaceHolder 4"/>
          <p:cNvSpPr>
            <a:spLocks noGrp="1"/>
          </p:cNvSpPr>
          <p:nvPr>
            <p:ph type="ftr" idx="8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5" name="PlaceHolder 5"/>
          <p:cNvSpPr>
            <a:spLocks noGrp="1"/>
          </p:cNvSpPr>
          <p:nvPr>
            <p:ph type="sldNum" idx="9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FF55D15E-D1EB-50E5-B665-B0EDD157C345}" type="slidenum"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53" r:id="rId2"/>
  </p:sldLayoutIdLst>
</p:sldMaster>
</file>

<file path=ppt/slideMasters/slideMaster4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457200">
              <a:lnSpc>
                <a:spcPct val="100000"/>
              </a:lnSpc>
              <a:buNone/>
            </a:pPr>
            <a:r>
              <a:rPr b="0" lang="en-US" sz="4400" spc="-1" strike="noStrike">
                <a:solidFill>
                  <a:schemeClr val="dk1"/>
                </a:solidFill>
                <a:latin typeface="Calibri"/>
              </a:rPr>
              <a:t>Click to edit Master title style</a:t>
            </a:r>
            <a:endParaRPr b="0" lang="en-US" sz="44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18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8229240" cy="45255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432000" indent="-324000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pc="-1" strike="noStrike">
                <a:solidFill>
                  <a:schemeClr val="dk1"/>
                </a:solidFill>
                <a:latin typeface="Calibri"/>
              </a:rPr>
              <a:t>Click to edit Master text styles</a:t>
            </a:r>
            <a:endParaRPr b="0" lang="en-US" sz="3200" spc="-1" strike="noStrike">
              <a:solidFill>
                <a:schemeClr val="dk1"/>
              </a:solidFill>
              <a:latin typeface="Calibri"/>
            </a:endParaRPr>
          </a:p>
          <a:p>
            <a:pPr lvl="1" marL="864000" indent="-324000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800" spc="-1" strike="noStrike">
                <a:solidFill>
                  <a:schemeClr val="dk1"/>
                </a:solidFill>
                <a:latin typeface="Calibri"/>
              </a:rPr>
              <a:t>Second level</a:t>
            </a:r>
            <a:endParaRPr b="0" lang="en-US" sz="2800" spc="-1" strike="noStrike">
              <a:solidFill>
                <a:schemeClr val="dk1"/>
              </a:solidFill>
              <a:latin typeface="Calibri"/>
            </a:endParaRPr>
          </a:p>
          <a:p>
            <a:pPr lvl="2" marL="1296000" indent="-288000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400" spc="-1" strike="noStrike">
                <a:solidFill>
                  <a:schemeClr val="dk1"/>
                </a:solidFill>
                <a:latin typeface="Calibri"/>
              </a:rPr>
              <a:t>Third level</a:t>
            </a:r>
            <a:endParaRPr b="0" lang="en-US" sz="2400" spc="-1" strike="noStrike">
              <a:solidFill>
                <a:schemeClr val="dk1"/>
              </a:solidFill>
              <a:latin typeface="Calibri"/>
            </a:endParaRPr>
          </a:p>
          <a:p>
            <a:pPr lvl="3" marL="1728000" indent="-216000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Fourth level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  <a:p>
            <a:pPr lvl="4" marL="2160000" indent="-216000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Fifth level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19" name="PlaceHolder 3"/>
          <p:cNvSpPr>
            <a:spLocks noGrp="1"/>
          </p:cNvSpPr>
          <p:nvPr>
            <p:ph type="dt" idx="10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defTabSz="457200">
              <a:lnSpc>
                <a:spcPct val="100000"/>
              </a:lnSpc>
              <a:buNone/>
            </a:pPr>
            <a:r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&lt;date/time&gt;</a:t>
            </a:r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0" name="PlaceHolder 4"/>
          <p:cNvSpPr>
            <a:spLocks noGrp="1"/>
          </p:cNvSpPr>
          <p:nvPr>
            <p:ph type="ftr" idx="11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1" name="PlaceHolder 5"/>
          <p:cNvSpPr>
            <a:spLocks noGrp="1"/>
          </p:cNvSpPr>
          <p:nvPr>
            <p:ph type="sldNum" idx="12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63FCFAAE-9CDD-5FFC-8993-E131C82705BE}" type="slidenum"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55" r:id="rId2"/>
    <p:sldLayoutId id="2147483656" r:id="rId3"/>
  </p:sldLayoutIdLst>
</p:sldMaster>
</file>

<file path=ppt/slideMasters/slideMaster5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PlaceHolder 1"/>
          <p:cNvSpPr>
            <a:spLocks noGrp="1"/>
          </p:cNvSpPr>
          <p:nvPr>
            <p:ph type="title"/>
          </p:nvPr>
        </p:nvSpPr>
        <p:spPr>
          <a:xfrm>
            <a:off x="722160" y="4406760"/>
            <a:ext cx="7772040" cy="13618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 defTabSz="457200">
              <a:lnSpc>
                <a:spcPct val="100000"/>
              </a:lnSpc>
              <a:buNone/>
            </a:pPr>
            <a:r>
              <a:rPr b="1" lang="en-US" sz="4000" spc="-1" strike="noStrike" cap="all">
                <a:solidFill>
                  <a:schemeClr val="dk1"/>
                </a:solidFill>
                <a:latin typeface="Calibri"/>
              </a:rPr>
              <a:t>Click to edit Master title style</a:t>
            </a:r>
            <a:endParaRPr b="0" lang="en-US" sz="40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26" name="PlaceHolder 2"/>
          <p:cNvSpPr>
            <a:spLocks noGrp="1"/>
          </p:cNvSpPr>
          <p:nvPr>
            <p:ph type="body"/>
          </p:nvPr>
        </p:nvSpPr>
        <p:spPr>
          <a:xfrm>
            <a:off x="722160" y="2906640"/>
            <a:ext cx="7772040" cy="14997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marL="432000" indent="-324000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SzPct val="45000"/>
              <a:buFont typeface="Wingdings" charset="2"/>
              <a:buChar char=""/>
              <a:tabLst>
                <a:tab algn="l" pos="0"/>
              </a:tabLst>
            </a:pPr>
            <a:r>
              <a:rPr b="0" lang="en-US" sz="20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Click to edit Master text styles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27" name="PlaceHolder 3"/>
          <p:cNvSpPr>
            <a:spLocks noGrp="1"/>
          </p:cNvSpPr>
          <p:nvPr>
            <p:ph type="dt" idx="13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defTabSz="457200">
              <a:lnSpc>
                <a:spcPct val="100000"/>
              </a:lnSpc>
              <a:buNone/>
            </a:pPr>
            <a:r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&lt;date/time&gt;</a:t>
            </a:r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8" name="PlaceHolder 4"/>
          <p:cNvSpPr>
            <a:spLocks noGrp="1"/>
          </p:cNvSpPr>
          <p:nvPr>
            <p:ph type="ftr" idx="14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9" name="PlaceHolder 5"/>
          <p:cNvSpPr>
            <a:spLocks noGrp="1"/>
          </p:cNvSpPr>
          <p:nvPr>
            <p:ph type="sldNum" idx="15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04C49812-BA5E-5720-BF9A-8111983AAC85}" type="slidenum"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58" r:id="rId2"/>
  </p:sldLayoutIdLst>
</p:sldMaster>
</file>

<file path=ppt/slideMasters/slideMaster6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457200">
              <a:lnSpc>
                <a:spcPct val="100000"/>
              </a:lnSpc>
              <a:buNone/>
            </a:pPr>
            <a:r>
              <a:rPr b="0" lang="en-US" sz="4400" spc="-1" strike="noStrike">
                <a:solidFill>
                  <a:schemeClr val="dk1"/>
                </a:solidFill>
                <a:latin typeface="Calibri"/>
              </a:rPr>
              <a:t>Click to edit Master title style</a:t>
            </a:r>
            <a:endParaRPr b="0" lang="en-US" sz="44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32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4038120" cy="45255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432000" indent="-324000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800" spc="-1" strike="noStrike">
                <a:solidFill>
                  <a:schemeClr val="dk1"/>
                </a:solidFill>
                <a:latin typeface="Calibri"/>
              </a:rPr>
              <a:t>Click to edit Master text styles</a:t>
            </a:r>
            <a:endParaRPr b="0" lang="en-US" sz="2800" spc="-1" strike="noStrike">
              <a:solidFill>
                <a:schemeClr val="dk1"/>
              </a:solidFill>
              <a:latin typeface="Calibri"/>
            </a:endParaRPr>
          </a:p>
          <a:p>
            <a:pPr lvl="1" marL="864000" indent="-324000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400" spc="-1" strike="noStrike">
                <a:solidFill>
                  <a:schemeClr val="dk1"/>
                </a:solidFill>
                <a:latin typeface="Calibri"/>
              </a:rPr>
              <a:t>Second level</a:t>
            </a:r>
            <a:endParaRPr b="0" lang="en-US" sz="2400" spc="-1" strike="noStrike">
              <a:solidFill>
                <a:schemeClr val="dk1"/>
              </a:solidFill>
              <a:latin typeface="Calibri"/>
            </a:endParaRPr>
          </a:p>
          <a:p>
            <a:pPr lvl="2" marL="1296000" indent="-288000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Third level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  <a:p>
            <a:pPr lvl="3" marL="1728000" indent="-216000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chemeClr val="dk1"/>
                </a:solidFill>
                <a:latin typeface="Calibri"/>
              </a:rPr>
              <a:t>Fourth level</a:t>
            </a: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  <a:p>
            <a:pPr lvl="4" marL="2160000" indent="-216000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chemeClr val="dk1"/>
                </a:solidFill>
                <a:latin typeface="Calibri"/>
              </a:rPr>
              <a:t>Fifth level</a:t>
            </a: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33" name="PlaceHolder 3"/>
          <p:cNvSpPr>
            <a:spLocks noGrp="1"/>
          </p:cNvSpPr>
          <p:nvPr>
            <p:ph type="body"/>
          </p:nvPr>
        </p:nvSpPr>
        <p:spPr>
          <a:xfrm>
            <a:off x="4648320" y="1600200"/>
            <a:ext cx="4038120" cy="45255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343080" indent="-343080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800" spc="-1" strike="noStrike">
                <a:solidFill>
                  <a:schemeClr val="dk1"/>
                </a:solidFill>
                <a:latin typeface="Calibri"/>
              </a:rPr>
              <a:t>Click to edit Master text styles</a:t>
            </a:r>
            <a:endParaRPr b="0" lang="en-US" sz="2800" spc="-1" strike="noStrike">
              <a:solidFill>
                <a:schemeClr val="dk1"/>
              </a:solidFill>
              <a:latin typeface="Calibri"/>
            </a:endParaRPr>
          </a:p>
          <a:p>
            <a:pPr lvl="1" marL="743040" indent="-285840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2400" spc="-1" strike="noStrike">
                <a:solidFill>
                  <a:schemeClr val="dk1"/>
                </a:solidFill>
                <a:latin typeface="Calibri"/>
              </a:rPr>
              <a:t>Second level</a:t>
            </a:r>
            <a:endParaRPr b="0" lang="en-US" sz="2400" spc="-1" strike="noStrike">
              <a:solidFill>
                <a:schemeClr val="dk1"/>
              </a:solidFill>
              <a:latin typeface="Calibri"/>
            </a:endParaRPr>
          </a:p>
          <a:p>
            <a:pPr lvl="2" marL="1143000" indent="-228600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Third level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  <a:p>
            <a:pPr lvl="3" marL="1600200" indent="-228600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1800" spc="-1" strike="noStrike">
                <a:solidFill>
                  <a:schemeClr val="dk1"/>
                </a:solidFill>
                <a:latin typeface="Calibri"/>
              </a:rPr>
              <a:t>Fourth level</a:t>
            </a: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  <a:p>
            <a:pPr lvl="4" marL="2057400" indent="-228600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»"/>
            </a:pPr>
            <a:r>
              <a:rPr b="0" lang="en-US" sz="1800" spc="-1" strike="noStrike">
                <a:solidFill>
                  <a:schemeClr val="dk1"/>
                </a:solidFill>
                <a:latin typeface="Calibri"/>
              </a:rPr>
              <a:t>Fifth level</a:t>
            </a: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34" name="PlaceHolder 4"/>
          <p:cNvSpPr>
            <a:spLocks noGrp="1"/>
          </p:cNvSpPr>
          <p:nvPr>
            <p:ph type="dt" idx="16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defTabSz="457200">
              <a:lnSpc>
                <a:spcPct val="100000"/>
              </a:lnSpc>
              <a:buNone/>
            </a:pPr>
            <a:r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&lt;date/time&gt;</a:t>
            </a:r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5" name="PlaceHolder 5"/>
          <p:cNvSpPr>
            <a:spLocks noGrp="1"/>
          </p:cNvSpPr>
          <p:nvPr>
            <p:ph type="ftr" idx="17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6" name="PlaceHolder 6"/>
          <p:cNvSpPr>
            <a:spLocks noGrp="1"/>
          </p:cNvSpPr>
          <p:nvPr>
            <p:ph type="sldNum" idx="18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5537D260-8D95-5179-B643-961256E3CD81}" type="slidenum"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60" r:id="rId2"/>
  </p:sldLayoutIdLst>
</p:sldMaster>
</file>

<file path=ppt/slideMasters/slideMaster7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457200">
              <a:lnSpc>
                <a:spcPct val="100000"/>
              </a:lnSpc>
              <a:buNone/>
            </a:pPr>
            <a:r>
              <a:rPr b="0" lang="en-US" sz="4400" spc="-1" strike="noStrike">
                <a:solidFill>
                  <a:schemeClr val="dk1"/>
                </a:solidFill>
                <a:latin typeface="Calibri"/>
              </a:rPr>
              <a:t>Click to edit Master title style</a:t>
            </a:r>
            <a:endParaRPr b="0" lang="en-US" sz="44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39" name="PlaceHolder 2"/>
          <p:cNvSpPr>
            <a:spLocks noGrp="1"/>
          </p:cNvSpPr>
          <p:nvPr>
            <p:ph type="body"/>
          </p:nvPr>
        </p:nvSpPr>
        <p:spPr>
          <a:xfrm>
            <a:off x="457200" y="1535040"/>
            <a:ext cx="4039920" cy="6393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marL="432000" indent="-324000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SzPct val="45000"/>
              <a:buFont typeface="Wingdings" charset="2"/>
              <a:buChar char=""/>
              <a:tabLst>
                <a:tab algn="l" pos="0"/>
              </a:tabLst>
            </a:pPr>
            <a:r>
              <a:rPr b="1" lang="en-US" sz="2400" spc="-1" strike="noStrike">
                <a:solidFill>
                  <a:schemeClr val="dk1"/>
                </a:solidFill>
                <a:latin typeface="Calibri"/>
              </a:rPr>
              <a:t>Click to edit Master text styles</a:t>
            </a:r>
            <a:endParaRPr b="0" lang="en-US" sz="24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40" name="PlaceHolder 3"/>
          <p:cNvSpPr>
            <a:spLocks noGrp="1"/>
          </p:cNvSpPr>
          <p:nvPr>
            <p:ph type="body"/>
          </p:nvPr>
        </p:nvSpPr>
        <p:spPr>
          <a:xfrm>
            <a:off x="457200" y="2174760"/>
            <a:ext cx="4039920" cy="3951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343080" indent="-343080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400" spc="-1" strike="noStrike">
                <a:solidFill>
                  <a:schemeClr val="dk1"/>
                </a:solidFill>
                <a:latin typeface="Calibri"/>
              </a:rPr>
              <a:t>Click to edit Master text styles</a:t>
            </a:r>
            <a:endParaRPr b="0" lang="en-US" sz="2400" spc="-1" strike="noStrike">
              <a:solidFill>
                <a:schemeClr val="dk1"/>
              </a:solidFill>
              <a:latin typeface="Calibri"/>
            </a:endParaRPr>
          </a:p>
          <a:p>
            <a:pPr lvl="1" marL="743040" indent="-285840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Second level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  <a:p>
            <a:pPr lvl="2" marL="1143000" indent="-228600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1800" spc="-1" strike="noStrike">
                <a:solidFill>
                  <a:schemeClr val="dk1"/>
                </a:solidFill>
                <a:latin typeface="Calibri"/>
              </a:rPr>
              <a:t>Third level</a:t>
            </a: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  <a:p>
            <a:pPr lvl="3" marL="1600200" indent="-228600" defTabSz="4572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1600" spc="-1" strike="noStrike">
                <a:solidFill>
                  <a:schemeClr val="dk1"/>
                </a:solidFill>
                <a:latin typeface="Calibri"/>
              </a:rPr>
              <a:t>Fourth level</a:t>
            </a:r>
            <a:endParaRPr b="0" lang="en-US" sz="1600" spc="-1" strike="noStrike">
              <a:solidFill>
                <a:schemeClr val="dk1"/>
              </a:solidFill>
              <a:latin typeface="Calibri"/>
            </a:endParaRPr>
          </a:p>
          <a:p>
            <a:pPr lvl="4" marL="2057400" indent="-228600" defTabSz="4572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»"/>
            </a:pPr>
            <a:r>
              <a:rPr b="0" lang="en-US" sz="1600" spc="-1" strike="noStrike">
                <a:solidFill>
                  <a:schemeClr val="dk1"/>
                </a:solidFill>
                <a:latin typeface="Calibri"/>
              </a:rPr>
              <a:t>Fifth level</a:t>
            </a:r>
            <a:endParaRPr b="0" lang="en-US" sz="16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41" name="PlaceHolder 4"/>
          <p:cNvSpPr>
            <a:spLocks noGrp="1"/>
          </p:cNvSpPr>
          <p:nvPr>
            <p:ph type="body"/>
          </p:nvPr>
        </p:nvSpPr>
        <p:spPr>
          <a:xfrm>
            <a:off x="4645080" y="1535040"/>
            <a:ext cx="4041360" cy="6393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defTabSz="457200">
              <a:lnSpc>
                <a:spcPct val="100000"/>
              </a:lnSpc>
              <a:spcBef>
                <a:spcPts val="479"/>
              </a:spcBef>
              <a:buNone/>
              <a:tabLst>
                <a:tab algn="l" pos="0"/>
              </a:tabLst>
            </a:pPr>
            <a:r>
              <a:rPr b="1" lang="en-US" sz="2400" spc="-1" strike="noStrike">
                <a:solidFill>
                  <a:schemeClr val="dk1"/>
                </a:solidFill>
                <a:latin typeface="Calibri"/>
              </a:rPr>
              <a:t>Click to edit Master text styles</a:t>
            </a:r>
            <a:endParaRPr b="0" lang="en-US" sz="24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42" name="PlaceHolder 5"/>
          <p:cNvSpPr>
            <a:spLocks noGrp="1"/>
          </p:cNvSpPr>
          <p:nvPr>
            <p:ph type="body"/>
          </p:nvPr>
        </p:nvSpPr>
        <p:spPr>
          <a:xfrm>
            <a:off x="4645080" y="2174760"/>
            <a:ext cx="4041360" cy="3951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343080" indent="-343080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400" spc="-1" strike="noStrike">
                <a:solidFill>
                  <a:schemeClr val="dk1"/>
                </a:solidFill>
                <a:latin typeface="Calibri"/>
              </a:rPr>
              <a:t>Click to edit Master text styles</a:t>
            </a:r>
            <a:endParaRPr b="0" lang="en-US" sz="2400" spc="-1" strike="noStrike">
              <a:solidFill>
                <a:schemeClr val="dk1"/>
              </a:solidFill>
              <a:latin typeface="Calibri"/>
            </a:endParaRPr>
          </a:p>
          <a:p>
            <a:pPr lvl="1" marL="743040" indent="-285840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Second level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  <a:p>
            <a:pPr lvl="2" marL="1143000" indent="-228600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1800" spc="-1" strike="noStrike">
                <a:solidFill>
                  <a:schemeClr val="dk1"/>
                </a:solidFill>
                <a:latin typeface="Calibri"/>
              </a:rPr>
              <a:t>Third level</a:t>
            </a: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  <a:p>
            <a:pPr lvl="3" marL="1600200" indent="-228600" defTabSz="4572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1600" spc="-1" strike="noStrike">
                <a:solidFill>
                  <a:schemeClr val="dk1"/>
                </a:solidFill>
                <a:latin typeface="Calibri"/>
              </a:rPr>
              <a:t>Fourth level</a:t>
            </a:r>
            <a:endParaRPr b="0" lang="en-US" sz="1600" spc="-1" strike="noStrike">
              <a:solidFill>
                <a:schemeClr val="dk1"/>
              </a:solidFill>
              <a:latin typeface="Calibri"/>
            </a:endParaRPr>
          </a:p>
          <a:p>
            <a:pPr lvl="4" marL="2057400" indent="-228600" defTabSz="4572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»"/>
            </a:pPr>
            <a:r>
              <a:rPr b="0" lang="en-US" sz="1600" spc="-1" strike="noStrike">
                <a:solidFill>
                  <a:schemeClr val="dk1"/>
                </a:solidFill>
                <a:latin typeface="Calibri"/>
              </a:rPr>
              <a:t>Fifth level</a:t>
            </a:r>
            <a:endParaRPr b="0" lang="en-US" sz="16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43" name="PlaceHolder 6"/>
          <p:cNvSpPr>
            <a:spLocks noGrp="1"/>
          </p:cNvSpPr>
          <p:nvPr>
            <p:ph type="dt" idx="19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defTabSz="457200">
              <a:lnSpc>
                <a:spcPct val="100000"/>
              </a:lnSpc>
              <a:buNone/>
            </a:pPr>
            <a:r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&lt;date/time&gt;</a:t>
            </a:r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4" name="PlaceHolder 7"/>
          <p:cNvSpPr>
            <a:spLocks noGrp="1"/>
          </p:cNvSpPr>
          <p:nvPr>
            <p:ph type="ftr" idx="20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5" name="PlaceHolder 8"/>
          <p:cNvSpPr>
            <a:spLocks noGrp="1"/>
          </p:cNvSpPr>
          <p:nvPr>
            <p:ph type="sldNum" idx="21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F9310201-D2F2-5212-97C1-CD1B39D0D87B}" type="slidenum"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62" r:id="rId2"/>
  </p:sldLayoutIdLst>
</p:sldMaster>
</file>

<file path=ppt/slideMasters/slideMaster8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457200">
              <a:lnSpc>
                <a:spcPct val="100000"/>
              </a:lnSpc>
              <a:buNone/>
            </a:pPr>
            <a:r>
              <a:rPr b="0" lang="en-US" sz="4400" spc="-1" strike="noStrike">
                <a:solidFill>
                  <a:schemeClr val="dk1"/>
                </a:solidFill>
                <a:latin typeface="Calibri"/>
              </a:rPr>
              <a:t>Click to edit Master title style</a:t>
            </a:r>
            <a:endParaRPr b="0" lang="en-US" sz="44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48" name="PlaceHolder 2"/>
          <p:cNvSpPr>
            <a:spLocks noGrp="1"/>
          </p:cNvSpPr>
          <p:nvPr>
            <p:ph type="dt" idx="22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defTabSz="457200">
              <a:lnSpc>
                <a:spcPct val="100000"/>
              </a:lnSpc>
              <a:buNone/>
            </a:pPr>
            <a:r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&lt;date/time&gt;</a:t>
            </a:r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9" name="PlaceHolder 3"/>
          <p:cNvSpPr>
            <a:spLocks noGrp="1"/>
          </p:cNvSpPr>
          <p:nvPr>
            <p:ph type="ftr" idx="23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0" name="PlaceHolder 4"/>
          <p:cNvSpPr>
            <a:spLocks noGrp="1"/>
          </p:cNvSpPr>
          <p:nvPr>
            <p:ph type="sldNum" idx="24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65D8F29E-D42A-53D5-8A47-C85E926450F7}" type="slidenum"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1" name="PlaceHolder 5"/>
          <p:cNvSpPr>
            <a:spLocks noGrp="1"/>
          </p:cNvSpPr>
          <p:nvPr>
            <p:ph type="body"/>
          </p:nvPr>
        </p:nvSpPr>
        <p:spPr>
          <a:xfrm>
            <a:off x="457200" y="1604520"/>
            <a:ext cx="82292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pc="-1" strike="noStrike">
                <a:solidFill>
                  <a:schemeClr val="dk1"/>
                </a:solidFill>
                <a:latin typeface="Calibri"/>
              </a:rPr>
              <a:t>Click to edit the outline text format</a:t>
            </a:r>
            <a:endParaRPr b="0" lang="en-US" sz="3200" spc="-1" strike="noStrike">
              <a:solidFill>
                <a:schemeClr val="dk1"/>
              </a:solidFill>
              <a:latin typeface="Calibri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400" spc="-1" strike="noStrike">
                <a:solidFill>
                  <a:schemeClr val="dk1"/>
                </a:solidFill>
                <a:latin typeface="Calibri"/>
              </a:rPr>
              <a:t>Second Outline Level</a:t>
            </a:r>
            <a:endParaRPr b="0" lang="en-US" sz="2400" spc="-1" strike="noStrike">
              <a:solidFill>
                <a:schemeClr val="dk1"/>
              </a:solidFill>
              <a:latin typeface="Calibri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Third Outline Level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Fourth Outline Level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Fifth Outline Level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Sixth Outline Level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Seventh Outline Level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64" r:id="rId2"/>
  </p:sldLayoutIdLst>
</p:sldMaster>
</file>

<file path=ppt/slideMasters/slideMaster9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PlaceHolder 1"/>
          <p:cNvSpPr>
            <a:spLocks noGrp="1"/>
          </p:cNvSpPr>
          <p:nvPr>
            <p:ph type="dt" idx="25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defTabSz="457200">
              <a:lnSpc>
                <a:spcPct val="100000"/>
              </a:lnSpc>
              <a:buNone/>
            </a:pPr>
            <a:r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&lt;date/time&gt;</a:t>
            </a:r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4" name="PlaceHolder 2"/>
          <p:cNvSpPr>
            <a:spLocks noGrp="1"/>
          </p:cNvSpPr>
          <p:nvPr>
            <p:ph type="ftr" idx="26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5" name="PlaceHolder 3"/>
          <p:cNvSpPr>
            <a:spLocks noGrp="1"/>
          </p:cNvSpPr>
          <p:nvPr>
            <p:ph type="sldNum" idx="27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A8B29156-0386-5B7F-9726-B23AF0FA10BA}" type="slidenum"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/>
</p:sldMaster>
</file>

<file path=ppt/slideMasters/slideMaster10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PlaceHolder 1"/>
          <p:cNvSpPr>
            <a:spLocks noGrp="1"/>
          </p:cNvSpPr>
          <p:nvPr>
            <p:ph type="title"/>
          </p:nvPr>
        </p:nvSpPr>
        <p:spPr>
          <a:xfrm>
            <a:off x="457200" y="272880"/>
            <a:ext cx="3007800" cy="11617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defTabSz="457200">
              <a:lnSpc>
                <a:spcPct val="100000"/>
              </a:lnSpc>
              <a:buNone/>
            </a:pPr>
            <a:r>
              <a:rPr b="1" lang="en-US" sz="2000" spc="-1" strike="noStrike">
                <a:solidFill>
                  <a:schemeClr val="dk1"/>
                </a:solidFill>
                <a:latin typeface="Calibri"/>
              </a:rPr>
              <a:t>Click to edit Master title style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57" name="PlaceHolder 2"/>
          <p:cNvSpPr>
            <a:spLocks noGrp="1"/>
          </p:cNvSpPr>
          <p:nvPr>
            <p:ph type="body"/>
          </p:nvPr>
        </p:nvSpPr>
        <p:spPr>
          <a:xfrm>
            <a:off x="3575160" y="272880"/>
            <a:ext cx="5111280" cy="58528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432000" indent="-324000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pc="-1" strike="noStrike">
                <a:solidFill>
                  <a:schemeClr val="dk1"/>
                </a:solidFill>
                <a:latin typeface="Calibri"/>
              </a:rPr>
              <a:t>Click to edit Master text styles</a:t>
            </a:r>
            <a:endParaRPr b="0" lang="en-US" sz="3200" spc="-1" strike="noStrike">
              <a:solidFill>
                <a:schemeClr val="dk1"/>
              </a:solidFill>
              <a:latin typeface="Calibri"/>
            </a:endParaRPr>
          </a:p>
          <a:p>
            <a:pPr lvl="1" marL="864000" indent="-324000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800" spc="-1" strike="noStrike">
                <a:solidFill>
                  <a:schemeClr val="dk1"/>
                </a:solidFill>
                <a:latin typeface="Calibri"/>
              </a:rPr>
              <a:t>Second level</a:t>
            </a:r>
            <a:endParaRPr b="0" lang="en-US" sz="2800" spc="-1" strike="noStrike">
              <a:solidFill>
                <a:schemeClr val="dk1"/>
              </a:solidFill>
              <a:latin typeface="Calibri"/>
            </a:endParaRPr>
          </a:p>
          <a:p>
            <a:pPr lvl="2" marL="1296000" indent="-288000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400" spc="-1" strike="noStrike">
                <a:solidFill>
                  <a:schemeClr val="dk1"/>
                </a:solidFill>
                <a:latin typeface="Calibri"/>
              </a:rPr>
              <a:t>Third level</a:t>
            </a:r>
            <a:endParaRPr b="0" lang="en-US" sz="2400" spc="-1" strike="noStrike">
              <a:solidFill>
                <a:schemeClr val="dk1"/>
              </a:solidFill>
              <a:latin typeface="Calibri"/>
            </a:endParaRPr>
          </a:p>
          <a:p>
            <a:pPr lvl="3" marL="1728000" indent="-216000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Fourth level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  <a:p>
            <a:pPr lvl="4" marL="2160000" indent="-216000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Fifth level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58" name="PlaceHolder 3"/>
          <p:cNvSpPr>
            <a:spLocks noGrp="1"/>
          </p:cNvSpPr>
          <p:nvPr>
            <p:ph type="body"/>
          </p:nvPr>
        </p:nvSpPr>
        <p:spPr>
          <a:xfrm>
            <a:off x="457200" y="1434960"/>
            <a:ext cx="3007800" cy="46908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 defTabSz="457200">
              <a:lnSpc>
                <a:spcPct val="100000"/>
              </a:lnSpc>
              <a:spcBef>
                <a:spcPts val="281"/>
              </a:spcBef>
              <a:buNone/>
              <a:tabLst>
                <a:tab algn="l" pos="0"/>
              </a:tabLst>
            </a:pPr>
            <a:r>
              <a:rPr b="0" lang="en-US" sz="1400" spc="-1" strike="noStrike">
                <a:solidFill>
                  <a:schemeClr val="dk1"/>
                </a:solidFill>
                <a:latin typeface="Calibri"/>
              </a:rPr>
              <a:t>Click to edit Master text styles</a:t>
            </a:r>
            <a:endParaRPr b="0" lang="en-US" sz="14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59" name="PlaceHolder 4"/>
          <p:cNvSpPr>
            <a:spLocks noGrp="1"/>
          </p:cNvSpPr>
          <p:nvPr>
            <p:ph type="dt" idx="28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defTabSz="457200">
              <a:lnSpc>
                <a:spcPct val="100000"/>
              </a:lnSpc>
              <a:buNone/>
            </a:pPr>
            <a:r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&lt;date/time&gt;</a:t>
            </a:r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0" name="PlaceHolder 5"/>
          <p:cNvSpPr>
            <a:spLocks noGrp="1"/>
          </p:cNvSpPr>
          <p:nvPr>
            <p:ph type="ftr" idx="29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1" name="PlaceHolder 6"/>
          <p:cNvSpPr>
            <a:spLocks noGrp="1"/>
          </p:cNvSpPr>
          <p:nvPr>
            <p:ph type="sldNum" idx="30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EFECF0B8-2AD6-599A-B332-AF2E6A4B80EF}" type="slidenum"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/>
</p:sldMaster>
</file>

<file path=ppt/slideMasters/slideMaster1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PlaceHolder 1"/>
          <p:cNvSpPr>
            <a:spLocks noGrp="1"/>
          </p:cNvSpPr>
          <p:nvPr>
            <p:ph type="title"/>
          </p:nvPr>
        </p:nvSpPr>
        <p:spPr>
          <a:xfrm>
            <a:off x="1792440" y="4800600"/>
            <a:ext cx="5486040" cy="566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defTabSz="457200">
              <a:lnSpc>
                <a:spcPct val="100000"/>
              </a:lnSpc>
              <a:buNone/>
            </a:pPr>
            <a:r>
              <a:rPr b="1" lang="en-US" sz="2000" spc="-1" strike="noStrike">
                <a:solidFill>
                  <a:schemeClr val="dk1"/>
                </a:solidFill>
                <a:latin typeface="Calibri"/>
              </a:rPr>
              <a:t>Click to edit Master title style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63" name="PlaceHolder 2"/>
          <p:cNvSpPr>
            <a:spLocks noGrp="1"/>
          </p:cNvSpPr>
          <p:nvPr>
            <p:ph type="body"/>
          </p:nvPr>
        </p:nvSpPr>
        <p:spPr>
          <a:xfrm>
            <a:off x="1792440" y="612720"/>
            <a:ext cx="5486040" cy="4114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pc="-1" strike="noStrike">
                <a:solidFill>
                  <a:schemeClr val="dk1"/>
                </a:solidFill>
                <a:latin typeface="Calibri"/>
              </a:rPr>
              <a:t>Click to edit the outline text format</a:t>
            </a:r>
            <a:endParaRPr b="0" lang="en-US" sz="3200" spc="-1" strike="noStrike">
              <a:solidFill>
                <a:schemeClr val="dk1"/>
              </a:solidFill>
              <a:latin typeface="Calibri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400" spc="-1" strike="noStrike">
                <a:solidFill>
                  <a:schemeClr val="dk1"/>
                </a:solidFill>
                <a:latin typeface="Calibri"/>
              </a:rPr>
              <a:t>Second Outline Level</a:t>
            </a:r>
            <a:endParaRPr b="0" lang="en-US" sz="2400" spc="-1" strike="noStrike">
              <a:solidFill>
                <a:schemeClr val="dk1"/>
              </a:solidFill>
              <a:latin typeface="Calibri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Third Outline Level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Fourth Outline Level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Fifth Outline Level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Sixth Outline Level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Seventh Outline Level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64" name="PlaceHolder 3"/>
          <p:cNvSpPr>
            <a:spLocks noGrp="1"/>
          </p:cNvSpPr>
          <p:nvPr>
            <p:ph type="body"/>
          </p:nvPr>
        </p:nvSpPr>
        <p:spPr>
          <a:xfrm>
            <a:off x="1792440" y="5367240"/>
            <a:ext cx="5486040" cy="8046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 defTabSz="457200">
              <a:lnSpc>
                <a:spcPct val="100000"/>
              </a:lnSpc>
              <a:spcBef>
                <a:spcPts val="281"/>
              </a:spcBef>
              <a:buNone/>
              <a:tabLst>
                <a:tab algn="l" pos="0"/>
              </a:tabLst>
            </a:pPr>
            <a:r>
              <a:rPr b="0" lang="en-US" sz="1400" spc="-1" strike="noStrike">
                <a:solidFill>
                  <a:schemeClr val="dk1"/>
                </a:solidFill>
                <a:latin typeface="Calibri"/>
              </a:rPr>
              <a:t>Click to edit Master text styles</a:t>
            </a:r>
            <a:endParaRPr b="0" lang="en-US" sz="14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65" name="PlaceHolder 4"/>
          <p:cNvSpPr>
            <a:spLocks noGrp="1"/>
          </p:cNvSpPr>
          <p:nvPr>
            <p:ph type="dt" idx="31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defTabSz="457200">
              <a:lnSpc>
                <a:spcPct val="100000"/>
              </a:lnSpc>
              <a:buNone/>
            </a:pPr>
            <a:r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&lt;date/time&gt;</a:t>
            </a:r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6" name="PlaceHolder 5"/>
          <p:cNvSpPr>
            <a:spLocks noGrp="1"/>
          </p:cNvSpPr>
          <p:nvPr>
            <p:ph type="ftr" idx="32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7" name="PlaceHolder 6"/>
          <p:cNvSpPr>
            <a:spLocks noGrp="1"/>
          </p:cNvSpPr>
          <p:nvPr>
            <p:ph type="sldNum" idx="33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3DE28631-BB5F-53CD-B9B7-743CD7485F43}" type="slidenum"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/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9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5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457200">
              <a:lnSpc>
                <a:spcPct val="100000"/>
              </a:lnSpc>
              <a:buNone/>
            </a:pPr>
            <a:r>
              <a:rPr b="0" lang="en-US" sz="2800" spc="-1" strike="noStrike">
                <a:solidFill>
                  <a:schemeClr val="dk1"/>
                </a:solidFill>
                <a:latin typeface="Calibri"/>
              </a:rPr>
              <a:t>Bullet characters, fonts, colors and sizes</a:t>
            </a:r>
            <a:endParaRPr b="0" lang="en-US" sz="2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69" name="TextBox 3"/>
          <p:cNvSpPr/>
          <p:nvPr/>
        </p:nvSpPr>
        <p:spPr>
          <a:xfrm>
            <a:off x="365760" y="1280160"/>
            <a:ext cx="8412120" cy="5394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marL="320040" indent="-274320" defTabSz="457200">
              <a:lnSpc>
                <a:spcPct val="100000"/>
              </a:lnSpc>
              <a:spcAft>
                <a:spcPts val="300"/>
              </a:spcAft>
              <a:buClr>
                <a:srgbClr val="000000"/>
              </a:buClr>
              <a:buFont typeface="Arial"/>
              <a:buChar char="•"/>
            </a:pPr>
            <a:r>
              <a:rPr b="0" lang="en-US" sz="1400" spc="-1" strike="noStrike">
                <a:solidFill>
                  <a:schemeClr val="dk1"/>
                </a:solidFill>
                <a:latin typeface="Calibri"/>
              </a:rPr>
              <a:t>• </a:t>
            </a:r>
            <a:r>
              <a:rPr b="0" lang="en-US" sz="1400" spc="-1" strike="noStrike">
                <a:solidFill>
                  <a:schemeClr val="dk1"/>
                </a:solidFill>
                <a:latin typeface="Calibri"/>
              </a:rPr>
              <a:t>Arial: Revenue grew 12% year over year while operating costs stayed flat.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  <a:p>
            <a:pPr marL="320040" indent="-274320" defTabSz="457200">
              <a:lnSpc>
                <a:spcPct val="100000"/>
              </a:lnSpc>
              <a:spcAft>
                <a:spcPts val="300"/>
              </a:spcAft>
              <a:buClr>
                <a:srgbClr val="000000"/>
              </a:buClr>
              <a:buFont typeface="Arial"/>
              <a:buChar char="–"/>
            </a:pPr>
            <a:r>
              <a:rPr b="0" lang="en-US" sz="1400" spc="-1" strike="noStrike">
                <a:solidFill>
                  <a:schemeClr val="dk1"/>
                </a:solidFill>
                <a:latin typeface="Calibri"/>
              </a:rPr>
              <a:t>– </a:t>
            </a:r>
            <a:r>
              <a:rPr b="0" lang="en-US" sz="1400" spc="-1" strike="noStrike">
                <a:solidFill>
                  <a:schemeClr val="dk1"/>
                </a:solidFill>
                <a:latin typeface="Calibri"/>
              </a:rPr>
              <a:t>en dash: Revenue grew 12% year over year while operating costs stayed flat.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  <a:p>
            <a:pPr marL="320040" indent="-274320" defTabSz="457200">
              <a:lnSpc>
                <a:spcPct val="100000"/>
              </a:lnSpc>
              <a:spcAft>
                <a:spcPts val="300"/>
              </a:spcAft>
              <a:buClr>
                <a:srgbClr val="000000"/>
              </a:buClr>
              <a:buFont typeface="Wingdings" charset="2"/>
              <a:buChar char=""/>
            </a:pPr>
            <a:r>
              <a:rPr b="0" lang="en-US" sz="1400" spc="-1" strike="noStrike">
                <a:solidFill>
                  <a:schemeClr val="dk1"/>
                </a:solidFill>
                <a:latin typeface="Calibri"/>
              </a:rPr>
              <a:t>Wingdings §: Revenue grew 12% year over year while operating costs stayed flat.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  <a:p>
            <a:pPr marL="320040" indent="-274320" defTabSz="457200">
              <a:lnSpc>
                <a:spcPct val="100000"/>
              </a:lnSpc>
              <a:spcAft>
                <a:spcPts val="300"/>
              </a:spcAft>
              <a:buClr>
                <a:srgbClr val="000000"/>
              </a:buClr>
              <a:buFont typeface="Wingdings" charset="2"/>
              <a:buChar char=""/>
            </a:pPr>
            <a:r>
              <a:rPr b="0" lang="en-US" sz="1400" spc="-1" strike="noStrike">
                <a:solidFill>
                  <a:schemeClr val="dk1"/>
                </a:solidFill>
                <a:latin typeface="Calibri"/>
              </a:rPr>
              <a:t>Wingdings Ø: Revenue grew 12% year over year while operating costs stayed flat.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  <a:p>
            <a:pPr marL="320040" indent="-274320" defTabSz="457200">
              <a:lnSpc>
                <a:spcPct val="100000"/>
              </a:lnSpc>
              <a:spcAft>
                <a:spcPts val="300"/>
              </a:spcAft>
              <a:buClr>
                <a:srgbClr val="000000"/>
              </a:buClr>
              <a:buFont typeface="Wingdings" charset="2"/>
              <a:buChar char=""/>
            </a:pPr>
            <a:r>
              <a:rPr b="0" lang="en-US" sz="1400" spc="-1" strike="noStrike">
                <a:solidFill>
                  <a:schemeClr val="dk1"/>
                </a:solidFill>
                <a:latin typeface="Calibri"/>
              </a:rPr>
              <a:t>Wingdings ü (check): Revenue grew 12% year over year while operating costs stayed flat.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  <a:p>
            <a:pPr marL="320040" indent="-274320" defTabSz="457200">
              <a:lnSpc>
                <a:spcPct val="100000"/>
              </a:lnSpc>
              <a:spcAft>
                <a:spcPts val="300"/>
              </a:spcAft>
              <a:buClr>
                <a:srgbClr val="000000"/>
              </a:buClr>
              <a:buFont typeface="Symbol" charset="2"/>
              <a:buChar char=""/>
            </a:pPr>
            <a:r>
              <a:rPr b="0" lang="en-US" sz="1400" spc="-1" strike="noStrike">
                <a:solidFill>
                  <a:schemeClr val="dk1"/>
                </a:solidFill>
                <a:latin typeface="Calibri"/>
              </a:rPr>
              <a:t>Symbol ·: Revenue grew 12% year over year while operating costs stayed flat.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  <a:p>
            <a:pPr marL="320040" indent="-274320" defTabSz="457200">
              <a:lnSpc>
                <a:spcPct val="100000"/>
              </a:lnSpc>
              <a:spcAft>
                <a:spcPts val="300"/>
              </a:spcAft>
              <a:buClr>
                <a:srgbClr val="c0504d"/>
              </a:buClr>
              <a:buFont typeface="Arial"/>
              <a:buChar char="■"/>
            </a:pPr>
            <a:r>
              <a:rPr b="0" lang="en-US" sz="1400" spc="-1" strike="noStrike">
                <a:solidFill>
                  <a:schemeClr val="dk1"/>
                </a:solidFill>
                <a:latin typeface="Calibri"/>
              </a:rPr>
              <a:t>buClr accent2: Revenue grew 12% year over year while operating costs stayed flat.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  <a:p>
            <a:pPr marL="320040" indent="-274320" defTabSz="457200">
              <a:lnSpc>
                <a:spcPct val="100000"/>
              </a:lnSpc>
              <a:spcAft>
                <a:spcPts val="300"/>
              </a:spcAft>
              <a:buClr>
                <a:srgbClr val="000000"/>
              </a:buClr>
              <a:buSzPct val="50000"/>
              <a:buFont typeface="Arial"/>
              <a:buChar char="●"/>
            </a:pPr>
            <a:r>
              <a:rPr b="0" lang="en-US" sz="1400" spc="-1" strike="noStrike">
                <a:solidFill>
                  <a:schemeClr val="dk1"/>
                </a:solidFill>
                <a:latin typeface="Calibri"/>
              </a:rPr>
              <a:t>buSzPct 50%: Revenue grew 12% year over year while operating costs stayed flat.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  <a:p>
            <a:pPr marL="320040" indent="-274320" defTabSz="457200">
              <a:lnSpc>
                <a:spcPct val="100000"/>
              </a:lnSpc>
              <a:spcAft>
                <a:spcPts val="300"/>
              </a:spcAft>
              <a:buClr>
                <a:srgbClr val="c00000"/>
              </a:buClr>
              <a:buSzPct val="150000"/>
              <a:buFont typeface="Arial"/>
              <a:buChar char="●"/>
            </a:pPr>
            <a:r>
              <a:rPr b="0" lang="en-US" sz="1400" spc="-1" strike="noStrike">
                <a:solidFill>
                  <a:schemeClr val="dk1"/>
                </a:solidFill>
                <a:latin typeface="Calibri"/>
              </a:rPr>
              <a:t>buSzPct 150% red: Revenue grew 12% year over year while operating costs stayed flat.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  <a:p>
            <a:pPr marL="320040" indent="-274320" defTabSz="457200">
              <a:lnSpc>
                <a:spcPct val="100000"/>
              </a:lnSpc>
              <a:spcAft>
                <a:spcPts val="300"/>
              </a:spcAft>
              <a:buClr>
                <a:srgbClr val="000000"/>
              </a:buClr>
              <a:buFont typeface="Arial"/>
              <a:buChar char="◆"/>
            </a:pPr>
            <a:r>
              <a:rPr b="0" lang="en-US" sz="1400" spc="-1" strike="noStrike">
                <a:solidFill>
                  <a:schemeClr val="dk1"/>
                </a:solidFill>
                <a:latin typeface="Calibri"/>
              </a:rPr>
              <a:t>buSzPts 24: Revenue grew 12% year over year while operating costs stayed flat.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  <a:p>
            <a:pPr marL="320040" indent="-274320" defTabSz="457200">
              <a:lnSpc>
                <a:spcPct val="100000"/>
              </a:lnSpc>
              <a:spcAft>
                <a:spcPts val="300"/>
              </a:spcAft>
              <a:tabLst>
                <a:tab algn="l" pos="0"/>
              </a:tabLst>
            </a:pPr>
            <a:r>
              <a:rPr b="0" lang="en-US" sz="1400" spc="-1" strike="noStrike">
                <a:solidFill>
                  <a:schemeClr val="dk1"/>
                </a:solidFill>
                <a:latin typeface="Calibri"/>
              </a:rPr>
              <a:t>buNone (marL kept): Revenue grew 12% year over year while operating costs stayed flat.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  <a:p>
            <a:pPr marL="320040" indent="-274320" defTabSz="457200">
              <a:lnSpc>
                <a:spcPct val="100000"/>
              </a:lnSpc>
              <a:buSzPct val="120012"/>
              <a:buBlip>
                <a:blip r:embed="rId1"/>
              </a:buBlip>
              <a:tabLst>
                <a:tab algn="l" pos="0"/>
              </a:tabLst>
            </a:pPr>
            <a:r>
              <a:rPr b="0" lang="en-US" sz="1400" spc="-1" strike="noStrike">
                <a:solidFill>
                  <a:schemeClr val="dk1"/>
                </a:solidFill>
                <a:latin typeface="Calibri"/>
              </a:rPr>
              <a:t>Picture bullet (buBlip)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457200">
              <a:lnSpc>
                <a:spcPct val="100000"/>
              </a:lnSpc>
              <a:buNone/>
            </a:pPr>
            <a:r>
              <a:rPr b="0" lang="en-US" sz="2800" spc="-1" strike="noStrike">
                <a:solidFill>
                  <a:schemeClr val="dk1"/>
                </a:solidFill>
                <a:latin typeface="Calibri"/>
              </a:rPr>
              <a:t>Automatic numbering schemes</a:t>
            </a:r>
            <a:endParaRPr b="0" lang="en-US" sz="2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71" name="TextBox 3"/>
          <p:cNvSpPr/>
          <p:nvPr/>
        </p:nvSpPr>
        <p:spPr>
          <a:xfrm>
            <a:off x="365760" y="1371600"/>
            <a:ext cx="1999800" cy="2491560"/>
          </a:xfrm>
          <a:prstGeom prst="rect">
            <a:avLst/>
          </a:prstGeom>
          <a:noFill/>
          <a:ln w="9360">
            <a:solidFill>
              <a:srgbClr val="bfbfb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457200">
              <a:lnSpc>
                <a:spcPct val="100000"/>
              </a:lnSpc>
            </a:pPr>
            <a:r>
              <a:rPr b="1" lang="en-US" sz="1100" spc="-1" strike="noStrike">
                <a:solidFill>
                  <a:srgbClr val="c00000"/>
                </a:solidFill>
                <a:latin typeface="Calibri"/>
              </a:rPr>
              <a:t>arabicPeriod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  <a:p>
            <a:pPr marL="365760" indent="-365760" defTabSz="457200">
              <a:lnSpc>
                <a:spcPct val="100000"/>
              </a:lnSpc>
              <a:buClr>
                <a:srgbClr val="000000"/>
              </a:buClr>
              <a:buFont typeface="OpenSymbol"/>
              <a:buAutoNum type="arabicPeriod"/>
            </a:pPr>
            <a:r>
              <a:rPr b="0" lang="en-US" sz="1400" spc="-1" strike="noStrike">
                <a:solidFill>
                  <a:schemeClr val="dk1"/>
                </a:solidFill>
                <a:latin typeface="Calibri"/>
              </a:rPr>
              <a:t>Revenue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  <a:p>
            <a:pPr marL="365760" indent="-365760" defTabSz="457200">
              <a:lnSpc>
                <a:spcPct val="100000"/>
              </a:lnSpc>
              <a:buClr>
                <a:srgbClr val="000000"/>
              </a:buClr>
              <a:buFont typeface="OpenSymbol"/>
              <a:buAutoNum type="arabicPeriod"/>
            </a:pPr>
            <a:r>
              <a:rPr b="0" lang="en-US" sz="1400" spc="-1" strike="noStrike">
                <a:solidFill>
                  <a:schemeClr val="dk1"/>
                </a:solidFill>
                <a:latin typeface="Calibri"/>
              </a:rPr>
              <a:t>Costs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  <a:p>
            <a:pPr marL="365760" indent="-365760" defTabSz="457200">
              <a:lnSpc>
                <a:spcPct val="100000"/>
              </a:lnSpc>
              <a:buClr>
                <a:srgbClr val="000000"/>
              </a:buClr>
              <a:buFont typeface="OpenSymbol"/>
              <a:buAutoNum type="arabicPeriod"/>
            </a:pPr>
            <a:r>
              <a:rPr b="0" lang="en-US" sz="1400" spc="-1" strike="noStrike">
                <a:solidFill>
                  <a:schemeClr val="dk1"/>
                </a:solidFill>
                <a:latin typeface="Calibri"/>
              </a:rPr>
              <a:t>Profit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2" name="TextBox 4"/>
          <p:cNvSpPr/>
          <p:nvPr/>
        </p:nvSpPr>
        <p:spPr>
          <a:xfrm>
            <a:off x="2503080" y="1371600"/>
            <a:ext cx="1999800" cy="2491560"/>
          </a:xfrm>
          <a:prstGeom prst="rect">
            <a:avLst/>
          </a:prstGeom>
          <a:noFill/>
          <a:ln w="9360">
            <a:solidFill>
              <a:srgbClr val="bfbfb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457200">
              <a:lnSpc>
                <a:spcPct val="100000"/>
              </a:lnSpc>
            </a:pPr>
            <a:r>
              <a:rPr b="1" lang="en-US" sz="1100" spc="-1" strike="noStrike">
                <a:solidFill>
                  <a:srgbClr val="c00000"/>
                </a:solidFill>
                <a:latin typeface="Calibri"/>
              </a:rPr>
              <a:t>arabicParenR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  <a:p>
            <a:pPr marL="365760" indent="-365760" defTabSz="457200">
              <a:lnSpc>
                <a:spcPct val="100000"/>
              </a:lnSpc>
              <a:buClr>
                <a:srgbClr val="000000"/>
              </a:buClr>
              <a:buFont typeface="OpenSymbol"/>
              <a:buAutoNum type="arabicParenR"/>
            </a:pPr>
            <a:r>
              <a:rPr b="0" lang="en-US" sz="1400" spc="-1" strike="noStrike">
                <a:solidFill>
                  <a:schemeClr val="dk1"/>
                </a:solidFill>
                <a:latin typeface="Calibri"/>
              </a:rPr>
              <a:t>Revenue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  <a:p>
            <a:pPr marL="365760" indent="-365760" defTabSz="457200">
              <a:lnSpc>
                <a:spcPct val="100000"/>
              </a:lnSpc>
              <a:buClr>
                <a:srgbClr val="000000"/>
              </a:buClr>
              <a:buFont typeface="OpenSymbol"/>
              <a:buAutoNum type="arabicParenR"/>
            </a:pPr>
            <a:r>
              <a:rPr b="0" lang="en-US" sz="1400" spc="-1" strike="noStrike">
                <a:solidFill>
                  <a:schemeClr val="dk1"/>
                </a:solidFill>
                <a:latin typeface="Calibri"/>
              </a:rPr>
              <a:t>Costs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  <a:p>
            <a:pPr marL="365760" indent="-365760" defTabSz="457200">
              <a:lnSpc>
                <a:spcPct val="100000"/>
              </a:lnSpc>
              <a:buClr>
                <a:srgbClr val="000000"/>
              </a:buClr>
              <a:buFont typeface="OpenSymbol"/>
              <a:buAutoNum type="arabicParenR"/>
            </a:pPr>
            <a:r>
              <a:rPr b="0" lang="en-US" sz="1400" spc="-1" strike="noStrike">
                <a:solidFill>
                  <a:schemeClr val="dk1"/>
                </a:solidFill>
                <a:latin typeface="Calibri"/>
              </a:rPr>
              <a:t>Profit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3" name="TextBox 5"/>
          <p:cNvSpPr/>
          <p:nvPr/>
        </p:nvSpPr>
        <p:spPr>
          <a:xfrm>
            <a:off x="4640760" y="1371600"/>
            <a:ext cx="1999800" cy="2491560"/>
          </a:xfrm>
          <a:prstGeom prst="rect">
            <a:avLst/>
          </a:prstGeom>
          <a:noFill/>
          <a:ln w="9360">
            <a:solidFill>
              <a:srgbClr val="bfbfb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457200">
              <a:lnSpc>
                <a:spcPct val="100000"/>
              </a:lnSpc>
            </a:pPr>
            <a:r>
              <a:rPr b="1" lang="en-US" sz="1100" spc="-1" strike="noStrike">
                <a:solidFill>
                  <a:srgbClr val="c00000"/>
                </a:solidFill>
                <a:latin typeface="Calibri"/>
              </a:rPr>
              <a:t>arabicParenBoth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  <a:p>
            <a:pPr marL="365760" indent="-365760" defTabSz="457200">
              <a:lnSpc>
                <a:spcPct val="100000"/>
              </a:lnSpc>
              <a:buClr>
                <a:srgbClr val="000000"/>
              </a:buClr>
              <a:buFont typeface="OpenSymbol"/>
              <a:buAutoNum type="arabicParenR"/>
            </a:pPr>
            <a:r>
              <a:rPr b="0" lang="en-US" sz="1400" spc="-1" strike="noStrike">
                <a:solidFill>
                  <a:schemeClr val="dk1"/>
                </a:solidFill>
                <a:latin typeface="Calibri"/>
              </a:rPr>
              <a:t>Revenue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  <a:p>
            <a:pPr marL="365760" indent="-365760" defTabSz="457200">
              <a:lnSpc>
                <a:spcPct val="100000"/>
              </a:lnSpc>
              <a:buClr>
                <a:srgbClr val="000000"/>
              </a:buClr>
              <a:buFont typeface="OpenSymbol"/>
              <a:buAutoNum type="arabicParenR"/>
            </a:pPr>
            <a:r>
              <a:rPr b="0" lang="en-US" sz="1400" spc="-1" strike="noStrike">
                <a:solidFill>
                  <a:schemeClr val="dk1"/>
                </a:solidFill>
                <a:latin typeface="Calibri"/>
              </a:rPr>
              <a:t>Costs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  <a:p>
            <a:pPr marL="365760" indent="-365760" defTabSz="457200">
              <a:lnSpc>
                <a:spcPct val="100000"/>
              </a:lnSpc>
              <a:buClr>
                <a:srgbClr val="000000"/>
              </a:buClr>
              <a:buFont typeface="OpenSymbol"/>
              <a:buAutoNum type="arabicParenR"/>
            </a:pPr>
            <a:r>
              <a:rPr b="0" lang="en-US" sz="1400" spc="-1" strike="noStrike">
                <a:solidFill>
                  <a:schemeClr val="dk1"/>
                </a:solidFill>
                <a:latin typeface="Calibri"/>
              </a:rPr>
              <a:t>Profit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4" name="TextBox 6"/>
          <p:cNvSpPr/>
          <p:nvPr/>
        </p:nvSpPr>
        <p:spPr>
          <a:xfrm>
            <a:off x="6778080" y="1371600"/>
            <a:ext cx="1999800" cy="2491560"/>
          </a:xfrm>
          <a:prstGeom prst="rect">
            <a:avLst/>
          </a:prstGeom>
          <a:noFill/>
          <a:ln w="9360">
            <a:solidFill>
              <a:srgbClr val="bfbfb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457200">
              <a:lnSpc>
                <a:spcPct val="100000"/>
              </a:lnSpc>
            </a:pPr>
            <a:r>
              <a:rPr b="1" lang="en-US" sz="1100" spc="-1" strike="noStrike">
                <a:solidFill>
                  <a:srgbClr val="c00000"/>
                </a:solidFill>
                <a:latin typeface="Calibri"/>
              </a:rPr>
              <a:t>romanUcPeriod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  <a:p>
            <a:pPr marL="365760" indent="-365760" defTabSz="457200">
              <a:lnSpc>
                <a:spcPct val="100000"/>
              </a:lnSpc>
              <a:buClr>
                <a:srgbClr val="000000"/>
              </a:buClr>
              <a:buFont typeface="OpenSymbol"/>
              <a:buAutoNum type="romanUcPeriod"/>
            </a:pPr>
            <a:r>
              <a:rPr b="0" lang="en-US" sz="1400" spc="-1" strike="noStrike">
                <a:solidFill>
                  <a:schemeClr val="dk1"/>
                </a:solidFill>
                <a:latin typeface="Calibri"/>
              </a:rPr>
              <a:t>Revenue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  <a:p>
            <a:pPr marL="365760" indent="-365760" defTabSz="457200">
              <a:lnSpc>
                <a:spcPct val="100000"/>
              </a:lnSpc>
              <a:buClr>
                <a:srgbClr val="000000"/>
              </a:buClr>
              <a:buFont typeface="OpenSymbol"/>
              <a:buAutoNum type="romanUcPeriod"/>
            </a:pPr>
            <a:r>
              <a:rPr b="0" lang="en-US" sz="1400" spc="-1" strike="noStrike">
                <a:solidFill>
                  <a:schemeClr val="dk1"/>
                </a:solidFill>
                <a:latin typeface="Calibri"/>
              </a:rPr>
              <a:t>Costs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  <a:p>
            <a:pPr marL="365760" indent="-365760" defTabSz="457200">
              <a:lnSpc>
                <a:spcPct val="100000"/>
              </a:lnSpc>
              <a:buClr>
                <a:srgbClr val="000000"/>
              </a:buClr>
              <a:buFont typeface="OpenSymbol"/>
              <a:buAutoNum type="romanUcPeriod"/>
            </a:pPr>
            <a:r>
              <a:rPr b="0" lang="en-US" sz="1400" spc="-1" strike="noStrike">
                <a:solidFill>
                  <a:schemeClr val="dk1"/>
                </a:solidFill>
                <a:latin typeface="Calibri"/>
              </a:rPr>
              <a:t>Profit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5" name="TextBox 7"/>
          <p:cNvSpPr/>
          <p:nvPr/>
        </p:nvSpPr>
        <p:spPr>
          <a:xfrm>
            <a:off x="365760" y="4000680"/>
            <a:ext cx="1999800" cy="2491560"/>
          </a:xfrm>
          <a:prstGeom prst="rect">
            <a:avLst/>
          </a:prstGeom>
          <a:noFill/>
          <a:ln w="9360">
            <a:solidFill>
              <a:srgbClr val="bfbfb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457200">
              <a:lnSpc>
                <a:spcPct val="100000"/>
              </a:lnSpc>
            </a:pPr>
            <a:r>
              <a:rPr b="1" lang="en-US" sz="1100" spc="-1" strike="noStrike">
                <a:solidFill>
                  <a:srgbClr val="c00000"/>
                </a:solidFill>
                <a:latin typeface="Calibri"/>
              </a:rPr>
              <a:t>romanLcPeriod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  <a:p>
            <a:pPr marL="365760" indent="-365760" defTabSz="457200">
              <a:lnSpc>
                <a:spcPct val="100000"/>
              </a:lnSpc>
              <a:buClr>
                <a:srgbClr val="000000"/>
              </a:buClr>
              <a:buFont typeface="OpenSymbol"/>
              <a:buAutoNum type="romanLcPeriod"/>
            </a:pPr>
            <a:r>
              <a:rPr b="0" lang="en-US" sz="1400" spc="-1" strike="noStrike">
                <a:solidFill>
                  <a:schemeClr val="dk1"/>
                </a:solidFill>
                <a:latin typeface="Calibri"/>
              </a:rPr>
              <a:t>Revenue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  <a:p>
            <a:pPr marL="365760" indent="-365760" defTabSz="457200">
              <a:lnSpc>
                <a:spcPct val="100000"/>
              </a:lnSpc>
              <a:buClr>
                <a:srgbClr val="000000"/>
              </a:buClr>
              <a:buFont typeface="OpenSymbol"/>
              <a:buAutoNum type="romanLcPeriod"/>
            </a:pPr>
            <a:r>
              <a:rPr b="0" lang="en-US" sz="1400" spc="-1" strike="noStrike">
                <a:solidFill>
                  <a:schemeClr val="dk1"/>
                </a:solidFill>
                <a:latin typeface="Calibri"/>
              </a:rPr>
              <a:t>Costs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  <a:p>
            <a:pPr marL="365760" indent="-365760" defTabSz="457200">
              <a:lnSpc>
                <a:spcPct val="100000"/>
              </a:lnSpc>
              <a:buClr>
                <a:srgbClr val="000000"/>
              </a:buClr>
              <a:buFont typeface="OpenSymbol"/>
              <a:buAutoNum type="romanLcPeriod"/>
            </a:pPr>
            <a:r>
              <a:rPr b="0" lang="en-US" sz="1400" spc="-1" strike="noStrike">
                <a:solidFill>
                  <a:schemeClr val="dk1"/>
                </a:solidFill>
                <a:latin typeface="Calibri"/>
              </a:rPr>
              <a:t>Profit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6" name="TextBox 8"/>
          <p:cNvSpPr/>
          <p:nvPr/>
        </p:nvSpPr>
        <p:spPr>
          <a:xfrm>
            <a:off x="2503080" y="4000680"/>
            <a:ext cx="1999800" cy="2491560"/>
          </a:xfrm>
          <a:prstGeom prst="rect">
            <a:avLst/>
          </a:prstGeom>
          <a:noFill/>
          <a:ln w="9360">
            <a:solidFill>
              <a:srgbClr val="bfbfb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457200">
              <a:lnSpc>
                <a:spcPct val="100000"/>
              </a:lnSpc>
            </a:pPr>
            <a:r>
              <a:rPr b="1" lang="en-US" sz="1100" spc="-1" strike="noStrike">
                <a:solidFill>
                  <a:srgbClr val="c00000"/>
                </a:solidFill>
                <a:latin typeface="Calibri"/>
              </a:rPr>
              <a:t>alphaLcParenR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  <a:p>
            <a:pPr marL="365760" indent="-365760" defTabSz="457200">
              <a:lnSpc>
                <a:spcPct val="100000"/>
              </a:lnSpc>
              <a:buClr>
                <a:srgbClr val="000000"/>
              </a:buClr>
              <a:buFont typeface="OpenSymbol"/>
              <a:buAutoNum type="alphaLcParenR"/>
            </a:pPr>
            <a:r>
              <a:rPr b="0" lang="en-US" sz="1400" spc="-1" strike="noStrike">
                <a:solidFill>
                  <a:schemeClr val="dk1"/>
                </a:solidFill>
                <a:latin typeface="Calibri"/>
              </a:rPr>
              <a:t>Revenue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  <a:p>
            <a:pPr marL="365760" indent="-365760" defTabSz="457200">
              <a:lnSpc>
                <a:spcPct val="100000"/>
              </a:lnSpc>
              <a:buClr>
                <a:srgbClr val="000000"/>
              </a:buClr>
              <a:buFont typeface="OpenSymbol"/>
              <a:buAutoNum type="alphaLcParenR"/>
            </a:pPr>
            <a:r>
              <a:rPr b="0" lang="en-US" sz="1400" spc="-1" strike="noStrike">
                <a:solidFill>
                  <a:schemeClr val="dk1"/>
                </a:solidFill>
                <a:latin typeface="Calibri"/>
              </a:rPr>
              <a:t>Costs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  <a:p>
            <a:pPr marL="365760" indent="-365760" defTabSz="457200">
              <a:lnSpc>
                <a:spcPct val="100000"/>
              </a:lnSpc>
              <a:buClr>
                <a:srgbClr val="000000"/>
              </a:buClr>
              <a:buFont typeface="OpenSymbol"/>
              <a:buAutoNum type="alphaLcParenR"/>
            </a:pPr>
            <a:r>
              <a:rPr b="0" lang="en-US" sz="1400" spc="-1" strike="noStrike">
                <a:solidFill>
                  <a:schemeClr val="dk1"/>
                </a:solidFill>
                <a:latin typeface="Calibri"/>
              </a:rPr>
              <a:t>Profit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7" name="TextBox 9"/>
          <p:cNvSpPr/>
          <p:nvPr/>
        </p:nvSpPr>
        <p:spPr>
          <a:xfrm>
            <a:off x="4640760" y="4000680"/>
            <a:ext cx="1999800" cy="2491560"/>
          </a:xfrm>
          <a:prstGeom prst="rect">
            <a:avLst/>
          </a:prstGeom>
          <a:noFill/>
          <a:ln w="9360">
            <a:solidFill>
              <a:srgbClr val="bfbfb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457200">
              <a:lnSpc>
                <a:spcPct val="100000"/>
              </a:lnSpc>
            </a:pPr>
            <a:r>
              <a:rPr b="1" lang="en-US" sz="1100" spc="-1" strike="noStrike">
                <a:solidFill>
                  <a:srgbClr val="c00000"/>
                </a:solidFill>
                <a:latin typeface="Calibri"/>
              </a:rPr>
              <a:t>alphaUcPeriod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  <a:p>
            <a:pPr marL="365760" indent="-365760" defTabSz="457200">
              <a:lnSpc>
                <a:spcPct val="100000"/>
              </a:lnSpc>
              <a:buClr>
                <a:srgbClr val="000000"/>
              </a:buClr>
              <a:buFont typeface="OpenSymbol"/>
              <a:buAutoNum type="alphaUcPeriod"/>
            </a:pPr>
            <a:r>
              <a:rPr b="0" lang="en-US" sz="1400" spc="-1" strike="noStrike">
                <a:solidFill>
                  <a:schemeClr val="dk1"/>
                </a:solidFill>
                <a:latin typeface="Calibri"/>
              </a:rPr>
              <a:t>Revenue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  <a:p>
            <a:pPr marL="365760" indent="-365760" defTabSz="457200">
              <a:lnSpc>
                <a:spcPct val="100000"/>
              </a:lnSpc>
              <a:buClr>
                <a:srgbClr val="000000"/>
              </a:buClr>
              <a:buFont typeface="OpenSymbol"/>
              <a:buAutoNum type="alphaUcPeriod"/>
            </a:pPr>
            <a:r>
              <a:rPr b="0" lang="en-US" sz="1400" spc="-1" strike="noStrike">
                <a:solidFill>
                  <a:schemeClr val="dk1"/>
                </a:solidFill>
                <a:latin typeface="Calibri"/>
              </a:rPr>
              <a:t>Costs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  <a:p>
            <a:pPr marL="365760" indent="-365760" defTabSz="457200">
              <a:lnSpc>
                <a:spcPct val="100000"/>
              </a:lnSpc>
              <a:buClr>
                <a:srgbClr val="000000"/>
              </a:buClr>
              <a:buFont typeface="OpenSymbol"/>
              <a:buAutoNum type="alphaUcPeriod"/>
            </a:pPr>
            <a:r>
              <a:rPr b="0" lang="en-US" sz="1400" spc="-1" strike="noStrike">
                <a:solidFill>
                  <a:schemeClr val="dk1"/>
                </a:solidFill>
                <a:latin typeface="Calibri"/>
              </a:rPr>
              <a:t>Profit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8" name="TextBox 10"/>
          <p:cNvSpPr/>
          <p:nvPr/>
        </p:nvSpPr>
        <p:spPr>
          <a:xfrm>
            <a:off x="6778080" y="4000680"/>
            <a:ext cx="1999800" cy="2491560"/>
          </a:xfrm>
          <a:prstGeom prst="rect">
            <a:avLst/>
          </a:prstGeom>
          <a:noFill/>
          <a:ln w="9360">
            <a:solidFill>
              <a:srgbClr val="bfbfb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457200">
              <a:lnSpc>
                <a:spcPct val="100000"/>
              </a:lnSpc>
            </a:pPr>
            <a:r>
              <a:rPr b="1" lang="en-US" sz="1100" spc="-1" strike="noStrike">
                <a:solidFill>
                  <a:srgbClr val="c00000"/>
                </a:solidFill>
                <a:latin typeface="Calibri"/>
              </a:rPr>
              <a:t>arabicPeriod startAt=5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  <a:p>
            <a:pPr marL="365760" indent="-365760" defTabSz="457200">
              <a:lnSpc>
                <a:spcPct val="100000"/>
              </a:lnSpc>
              <a:buClr>
                <a:srgbClr val="000000"/>
              </a:buClr>
              <a:buFont typeface="OpenSymbol"/>
              <a:buAutoNum type="arabicPeriod" startAt="5"/>
            </a:pPr>
            <a:r>
              <a:rPr b="0" lang="en-US" sz="1400" spc="-1" strike="noStrike">
                <a:solidFill>
                  <a:schemeClr val="dk1"/>
                </a:solidFill>
                <a:latin typeface="Calibri"/>
              </a:rPr>
              <a:t>Revenue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  <a:p>
            <a:pPr marL="365760" indent="-365760" defTabSz="457200">
              <a:lnSpc>
                <a:spcPct val="100000"/>
              </a:lnSpc>
              <a:buClr>
                <a:srgbClr val="000000"/>
              </a:buClr>
              <a:buFont typeface="OpenSymbol"/>
              <a:buAutoNum type="arabicPeriod" startAt="5"/>
            </a:pPr>
            <a:r>
              <a:rPr b="0" lang="en-US" sz="1400" spc="-1" strike="noStrike">
                <a:solidFill>
                  <a:schemeClr val="dk1"/>
                </a:solidFill>
                <a:latin typeface="Calibri"/>
              </a:rPr>
              <a:t>Costs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  <a:p>
            <a:pPr marL="365760" indent="-365760" defTabSz="457200">
              <a:lnSpc>
                <a:spcPct val="100000"/>
              </a:lnSpc>
              <a:buClr>
                <a:srgbClr val="000000"/>
              </a:buClr>
              <a:buFont typeface="OpenSymbol"/>
              <a:buAutoNum type="arabicPeriod" startAt="5"/>
            </a:pPr>
            <a:r>
              <a:rPr b="0" lang="en-US" sz="1400" spc="-1" strike="noStrike">
                <a:solidFill>
                  <a:schemeClr val="dk1"/>
                </a:solidFill>
                <a:latin typeface="Calibri"/>
              </a:rPr>
              <a:t>Profit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457200">
              <a:lnSpc>
                <a:spcPct val="100000"/>
              </a:lnSpc>
              <a:buNone/>
            </a:pPr>
            <a:r>
              <a:rPr b="0" lang="en-US" sz="2800" spc="-1" strike="noStrike">
                <a:solidFill>
                  <a:schemeClr val="dk1"/>
                </a:solidFill>
                <a:latin typeface="Calibri"/>
              </a:rPr>
              <a:t>Five levels inherited from the master</a:t>
            </a:r>
            <a:endParaRPr b="0" lang="en-US" sz="2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80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240" cy="45255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343080" indent="-343080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3200" spc="-1" strike="noStrike">
                <a:solidFill>
                  <a:schemeClr val="dk1"/>
                </a:solidFill>
                <a:latin typeface="Calibri"/>
              </a:rPr>
              <a:t>Level 1 (master lvl1pPr)</a:t>
            </a:r>
            <a:endParaRPr b="0" lang="en-US" sz="3200" spc="-1" strike="noStrike">
              <a:solidFill>
                <a:schemeClr val="dk1"/>
              </a:solidFill>
              <a:latin typeface="Calibri"/>
            </a:endParaRPr>
          </a:p>
          <a:p>
            <a:pPr lvl="1" marL="743040" indent="-285840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2800" spc="-1" strike="noStrike">
                <a:solidFill>
                  <a:schemeClr val="dk1"/>
                </a:solidFill>
                <a:latin typeface="Calibri"/>
              </a:rPr>
              <a:t>Level 2 (master lvl2pPr)</a:t>
            </a:r>
            <a:endParaRPr b="0" lang="en-US" sz="2800" spc="-1" strike="noStrike">
              <a:solidFill>
                <a:schemeClr val="dk1"/>
              </a:solidFill>
              <a:latin typeface="Calibri"/>
            </a:endParaRPr>
          </a:p>
          <a:p>
            <a:pPr lvl="2" marL="1143000" indent="-228600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400" spc="-1" strike="noStrike">
                <a:solidFill>
                  <a:schemeClr val="dk1"/>
                </a:solidFill>
                <a:latin typeface="Calibri"/>
              </a:rPr>
              <a:t>Level 3 (master lvl3pPr)</a:t>
            </a:r>
            <a:endParaRPr b="0" lang="en-US" sz="2400" spc="-1" strike="noStrike">
              <a:solidFill>
                <a:schemeClr val="dk1"/>
              </a:solidFill>
              <a:latin typeface="Calibri"/>
            </a:endParaRPr>
          </a:p>
          <a:p>
            <a:pPr lvl="3" marL="1600200" indent="-228600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Level 4 (master lvl4pPr)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  <a:p>
            <a:pPr lvl="4" marL="2057400" indent="-228600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Level 5 (master lvl5pPr)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  <a:p>
            <a:pPr marL="343080" indent="-343080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3200" spc="-1" strike="noStrike">
                <a:solidFill>
                  <a:schemeClr val="dk1"/>
                </a:solidFill>
                <a:latin typeface="Calibri"/>
              </a:rPr>
              <a:t>Back to level 1</a:t>
            </a:r>
            <a:endParaRPr b="0" lang="en-US" sz="3200" spc="-1" strike="noStrike">
              <a:solidFill>
                <a:schemeClr val="dk1"/>
              </a:solidFill>
              <a:latin typeface="Calibri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457200">
              <a:lnSpc>
                <a:spcPct val="100000"/>
              </a:lnSpc>
              <a:buNone/>
            </a:pPr>
            <a:r>
              <a:rPr b="0" lang="en-US" sz="2800" spc="-1" strike="noStrike">
                <a:solidFill>
                  <a:schemeClr val="dk1"/>
                </a:solidFill>
                <a:latin typeface="Calibri"/>
              </a:rPr>
              <a:t>Five levels with a custom list style and numbering</a:t>
            </a:r>
            <a:endParaRPr b="0" lang="en-US" sz="2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82" name="TextBox 3"/>
          <p:cNvSpPr/>
          <p:nvPr/>
        </p:nvSpPr>
        <p:spPr>
          <a:xfrm>
            <a:off x="365760" y="1280160"/>
            <a:ext cx="8412120" cy="5394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marL="320040" indent="-274320" defTabSz="457200">
              <a:lnSpc>
                <a:spcPct val="100000"/>
              </a:lnSpc>
              <a:buClr>
                <a:srgbClr val="c00000"/>
              </a:buClr>
              <a:buFont typeface="OpenSymbol"/>
              <a:buAutoNum type="arabicPeriod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First item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lvl="1" marL="731520" indent="-274320" defTabSz="457200">
              <a:lnSpc>
                <a:spcPct val="100000"/>
              </a:lnSpc>
              <a:buClr>
                <a:srgbClr val="000000"/>
              </a:buClr>
              <a:buFont typeface="Arial"/>
              <a:buChar char="–"/>
            </a:pPr>
            <a:r>
              <a:rPr b="0" lang="en-US" sz="1800" spc="-1" strike="noStrike">
                <a:solidFill>
                  <a:schemeClr val="dk1"/>
                </a:solidFill>
                <a:latin typeface="Calibri"/>
              </a:rPr>
              <a:t>Detail a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1" marL="731520" indent="-274320" defTabSz="457200">
              <a:lnSpc>
                <a:spcPct val="100000"/>
              </a:lnSpc>
              <a:buClr>
                <a:srgbClr val="000000"/>
              </a:buClr>
              <a:buFont typeface="Arial"/>
              <a:buChar char="–"/>
            </a:pPr>
            <a:r>
              <a:rPr b="0" lang="en-US" sz="1800" spc="-1" strike="noStrike">
                <a:solidFill>
                  <a:schemeClr val="dk1"/>
                </a:solidFill>
                <a:latin typeface="Calibri"/>
              </a:rPr>
              <a:t>Detail b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2" marL="1143000" indent="-274320" defTabSz="457200">
              <a:lnSpc>
                <a:spcPct val="100000"/>
              </a:lnSpc>
              <a:buClr>
                <a:srgbClr val="000000"/>
              </a:buClr>
              <a:buFont typeface="OpenSymbol"/>
              <a:buAutoNum type="alphaLcParenR"/>
            </a:pPr>
            <a:r>
              <a:rPr b="0" lang="en-US" sz="1600" spc="-1" strike="noStrike">
                <a:solidFill>
                  <a:schemeClr val="dk1"/>
                </a:solidFill>
                <a:latin typeface="Calibri"/>
              </a:rPr>
              <a:t>Sub-detail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  <a:p>
            <a:pPr lvl="2" marL="1143000" indent="-274320" defTabSz="457200">
              <a:lnSpc>
                <a:spcPct val="100000"/>
              </a:lnSpc>
              <a:buClr>
                <a:srgbClr val="000000"/>
              </a:buClr>
              <a:buFont typeface="OpenSymbol"/>
              <a:buAutoNum type="alphaLcParenR"/>
            </a:pPr>
            <a:r>
              <a:rPr b="0" lang="en-US" sz="1600" spc="-1" strike="noStrike">
                <a:solidFill>
                  <a:schemeClr val="dk1"/>
                </a:solidFill>
                <a:latin typeface="Calibri"/>
              </a:rPr>
              <a:t>Sub-detail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  <a:p>
            <a:pPr lvl="3" marL="1554480" indent="-274320" defTabSz="457200">
              <a:lnSpc>
                <a:spcPct val="100000"/>
              </a:lnSpc>
              <a:buClr>
                <a:srgbClr val="4f81bd"/>
              </a:buClr>
              <a:buFont typeface="Arial"/>
              <a:buChar char="»"/>
            </a:pPr>
            <a:r>
              <a:rPr b="0" lang="en-US" sz="1400" spc="-1" strike="noStrike">
                <a:solidFill>
                  <a:schemeClr val="dk1"/>
                </a:solidFill>
                <a:latin typeface="Calibri"/>
              </a:rPr>
              <a:t>Deep point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  <a:p>
            <a:pPr lvl="4" marL="1965960" indent="-274320" defTabSz="457200">
              <a:lnSpc>
                <a:spcPct val="100000"/>
              </a:lnSpc>
              <a:buClr>
                <a:srgbClr val="000000"/>
              </a:buClr>
              <a:buFont typeface="OpenSymbol"/>
              <a:buAutoNum type="romanLcPeriod"/>
            </a:pPr>
            <a:r>
              <a:rPr b="0" lang="en-US" sz="1200" spc="-1" strike="noStrike">
                <a:solidFill>
                  <a:schemeClr val="dk1"/>
                </a:solidFill>
                <a:latin typeface="Calibri"/>
              </a:rPr>
              <a:t>Deepest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  <a:p>
            <a:pPr lvl="4" marL="1965960" indent="-274320" defTabSz="457200">
              <a:lnSpc>
                <a:spcPct val="100000"/>
              </a:lnSpc>
              <a:buClr>
                <a:srgbClr val="000000"/>
              </a:buClr>
              <a:buFont typeface="OpenSymbol"/>
              <a:buAutoNum type="romanLcPeriod"/>
            </a:pPr>
            <a:r>
              <a:rPr b="0" lang="en-US" sz="1200" spc="-1" strike="noStrike">
                <a:solidFill>
                  <a:schemeClr val="dk1"/>
                </a:solidFill>
                <a:latin typeface="Calibri"/>
              </a:rPr>
              <a:t>Deepest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  <a:p>
            <a:pPr marL="320040" indent="-274320" defTabSz="457200">
              <a:lnSpc>
                <a:spcPct val="100000"/>
              </a:lnSpc>
              <a:buClr>
                <a:srgbClr val="c00000"/>
              </a:buClr>
              <a:buFont typeface="OpenSymbol"/>
              <a:buAutoNum type="arabicPeriod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Second item (numbering continues)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lvl="1" marL="731520" indent="-274320" defTabSz="457200">
              <a:lnSpc>
                <a:spcPct val="100000"/>
              </a:lnSpc>
              <a:buClr>
                <a:srgbClr val="000000"/>
              </a:buClr>
              <a:buFont typeface="Arial"/>
              <a:buChar char="–"/>
            </a:pPr>
            <a:r>
              <a:rPr b="0" lang="en-US" sz="1800" spc="-1" strike="noStrike">
                <a:solidFill>
                  <a:schemeClr val="dk1"/>
                </a:solidFill>
                <a:latin typeface="Calibri"/>
              </a:rPr>
              <a:t>Detail restarts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ppt/theme/theme4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ppt/theme/theme5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ppt/theme/theme6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ppt/theme/theme7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ppt/theme/theme8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ppt/theme/theme9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ppt/theme/theme10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ppt/theme/theme1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Application>LibreOffice/24.2.7.2$Linux_X86_64 LibreOffice_project/420$Build-2</Application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LibreOffice round trip of text-bullets-numbering</dc:title>
  <dc:subject>pptx_engine test corpus</dc:subject>
  <dc:creator>pptx_engine corpus generator</dc:creator>
  <cp:keywords>libreoffice-export</cp:keywords>
  <dc:description>LibreOffice 24.2 round trip (pptx -&gt; odp -&gt; pptx) of generated/text-bullets-numbering.pptx, giving LibreOffice-written PresentationML/DrawingML for the same content.</dc:description>
  <cp:lastModifiedBy>pptx_engine corpus generator</cp:lastModifiedBy>
  <cp:revision>1</cp:revision>
  <dcterms:created xsi:type="dcterms:W3CDTF">2024-01-01T00:00:00Z</dcterms:created>
  <dcterms:modified xsi:type="dcterms:W3CDTF">2024-01-01T00:00:00Z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PresentationFormat">
    <vt:lpwstr>On-screen Show (4:3)</vt:lpwstr>
  </property>
  <property fmtid="{D5CDD505-2E9C-101B-9397-08002B2CF9AE}" pid="3" name="Slides">
    <vt:r8>4</vt:r8>
  </property>
</Properties>
</file>