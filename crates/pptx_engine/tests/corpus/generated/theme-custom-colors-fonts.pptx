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Scheme colors with tints and shades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040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dk1</a:t>
            </a:r>
            <a:endParaRPr lang="en-US" dirty="0"/>
          </a:p>
        </p:txBody>
      </p:sp>
      <p:sp>
        <p:nvSpPr>
          <p:cNvPr id="4" name="rect 4"/>
          <p:cNvSpPr/>
          <p:nvPr/>
        </p:nvSpPr>
        <p:spPr>
          <a:xfrm>
            <a:off x="320040" y="1645920"/>
            <a:ext cx="658368" cy="713232"/>
          </a:xfrm>
          <a:prstGeom prst="rect">
            <a:avLst/>
          </a:prstGeom>
          <a:solidFill>
            <a:schemeClr val="dk1"/>
          </a:solidFill>
          <a:ln w="6350">
            <a:solidFill>
              <a:srgbClr val="A6A6A6"/>
            </a:solidFill>
          </a:ln>
        </p:spPr>
      </p:sp>
      <p:sp>
        <p:nvSpPr>
          <p:cNvPr id="5" name="rect 5"/>
          <p:cNvSpPr/>
          <p:nvPr/>
        </p:nvSpPr>
        <p:spPr>
          <a:xfrm>
            <a:off x="320040" y="2423160"/>
            <a:ext cx="658368" cy="713232"/>
          </a:xfrm>
          <a:prstGeom prst="rect">
            <a:avLst/>
          </a:prstGeom>
          <a:solidFill>
            <a:schemeClr val="dk1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" name="rect 6"/>
          <p:cNvSpPr/>
          <p:nvPr/>
        </p:nvSpPr>
        <p:spPr>
          <a:xfrm>
            <a:off x="320040" y="3200400"/>
            <a:ext cx="658368" cy="713232"/>
          </a:xfrm>
          <a:prstGeom prst="rect">
            <a:avLst/>
          </a:prstGeom>
          <a:solidFill>
            <a:schemeClr val="dk1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" name="rect 7"/>
          <p:cNvSpPr/>
          <p:nvPr/>
        </p:nvSpPr>
        <p:spPr>
          <a:xfrm>
            <a:off x="320040" y="3977640"/>
            <a:ext cx="658368" cy="713232"/>
          </a:xfrm>
          <a:prstGeom prst="rect">
            <a:avLst/>
          </a:prstGeom>
          <a:solidFill>
            <a:schemeClr val="dk1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" name="rect 8"/>
          <p:cNvSpPr/>
          <p:nvPr/>
        </p:nvSpPr>
        <p:spPr>
          <a:xfrm>
            <a:off x="320040" y="4754880"/>
            <a:ext cx="658368" cy="713232"/>
          </a:xfrm>
          <a:prstGeom prst="rect">
            <a:avLst/>
          </a:prstGeom>
          <a:solidFill>
            <a:schemeClr val="dk1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9" name="rect 9"/>
          <p:cNvSpPr/>
          <p:nvPr/>
        </p:nvSpPr>
        <p:spPr>
          <a:xfrm>
            <a:off x="320040" y="5532120"/>
            <a:ext cx="658368" cy="713232"/>
          </a:xfrm>
          <a:prstGeom prst="rect">
            <a:avLst/>
          </a:prstGeom>
          <a:solidFill>
            <a:schemeClr val="dk1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33272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lt1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1033272" y="1645920"/>
            <a:ext cx="658368" cy="713232"/>
          </a:xfrm>
          <a:prstGeom prst="rect">
            <a:avLst/>
          </a:prstGeom>
          <a:solidFill>
            <a:schemeClr val="lt1"/>
          </a:solidFill>
          <a:ln w="6350">
            <a:solidFill>
              <a:srgbClr val="A6A6A6"/>
            </a:solidFill>
          </a:ln>
        </p:spPr>
      </p:sp>
      <p:sp>
        <p:nvSpPr>
          <p:cNvPr id="12" name="rect 12"/>
          <p:cNvSpPr/>
          <p:nvPr/>
        </p:nvSpPr>
        <p:spPr>
          <a:xfrm>
            <a:off x="1033272" y="2423160"/>
            <a:ext cx="658368" cy="713232"/>
          </a:xfrm>
          <a:prstGeom prst="rect">
            <a:avLst/>
          </a:prstGeom>
          <a:solidFill>
            <a:schemeClr val="lt1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3" name="rect 13"/>
          <p:cNvSpPr/>
          <p:nvPr/>
        </p:nvSpPr>
        <p:spPr>
          <a:xfrm>
            <a:off x="1033272" y="3200400"/>
            <a:ext cx="658368" cy="713232"/>
          </a:xfrm>
          <a:prstGeom prst="rect">
            <a:avLst/>
          </a:prstGeom>
          <a:solidFill>
            <a:schemeClr val="lt1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4" name="rect 14"/>
          <p:cNvSpPr/>
          <p:nvPr/>
        </p:nvSpPr>
        <p:spPr>
          <a:xfrm>
            <a:off x="1033272" y="3977640"/>
            <a:ext cx="658368" cy="713232"/>
          </a:xfrm>
          <a:prstGeom prst="rect">
            <a:avLst/>
          </a:prstGeom>
          <a:solidFill>
            <a:schemeClr val="lt1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5" name="rect 15"/>
          <p:cNvSpPr/>
          <p:nvPr/>
        </p:nvSpPr>
        <p:spPr>
          <a:xfrm>
            <a:off x="1033272" y="4754880"/>
            <a:ext cx="658368" cy="713232"/>
          </a:xfrm>
          <a:prstGeom prst="rect">
            <a:avLst/>
          </a:prstGeom>
          <a:solidFill>
            <a:schemeClr val="lt1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6" name="rect 16"/>
          <p:cNvSpPr/>
          <p:nvPr/>
        </p:nvSpPr>
        <p:spPr>
          <a:xfrm>
            <a:off x="1033272" y="5532120"/>
            <a:ext cx="658368" cy="713232"/>
          </a:xfrm>
          <a:prstGeom prst="rect">
            <a:avLst/>
          </a:prstGeom>
          <a:solidFill>
            <a:schemeClr val="lt1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746504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dk2</a:t>
            </a:r>
            <a:endParaRPr lang="en-US" dirty="0"/>
          </a:p>
        </p:txBody>
      </p:sp>
      <p:sp>
        <p:nvSpPr>
          <p:cNvPr id="18" name="rect 18"/>
          <p:cNvSpPr/>
          <p:nvPr/>
        </p:nvSpPr>
        <p:spPr>
          <a:xfrm>
            <a:off x="1746504" y="1645920"/>
            <a:ext cx="658368" cy="713232"/>
          </a:xfrm>
          <a:prstGeom prst="rect">
            <a:avLst/>
          </a:prstGeom>
          <a:solidFill>
            <a:schemeClr val="dk2"/>
          </a:solidFill>
          <a:ln w="6350">
            <a:solidFill>
              <a:srgbClr val="A6A6A6"/>
            </a:solidFill>
          </a:ln>
        </p:spPr>
      </p:sp>
      <p:sp>
        <p:nvSpPr>
          <p:cNvPr id="19" name="rect 19"/>
          <p:cNvSpPr/>
          <p:nvPr/>
        </p:nvSpPr>
        <p:spPr>
          <a:xfrm>
            <a:off x="1746504" y="2423160"/>
            <a:ext cx="658368" cy="713232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0" name="rect 20"/>
          <p:cNvSpPr/>
          <p:nvPr/>
        </p:nvSpPr>
        <p:spPr>
          <a:xfrm>
            <a:off x="1746504" y="3200400"/>
            <a:ext cx="658368" cy="713232"/>
          </a:xfrm>
          <a:prstGeom prst="rect">
            <a:avLst/>
          </a:prstGeom>
          <a:solidFill>
            <a:schemeClr val="dk2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1" name="rect 21"/>
          <p:cNvSpPr/>
          <p:nvPr/>
        </p:nvSpPr>
        <p:spPr>
          <a:xfrm>
            <a:off x="1746504" y="3977640"/>
            <a:ext cx="658368" cy="713232"/>
          </a:xfrm>
          <a:prstGeom prst="rect">
            <a:avLst/>
          </a:prstGeom>
          <a:solidFill>
            <a:schemeClr val="dk2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2" name="rect 22"/>
          <p:cNvSpPr/>
          <p:nvPr/>
        </p:nvSpPr>
        <p:spPr>
          <a:xfrm>
            <a:off x="1746504" y="4754880"/>
            <a:ext cx="658368" cy="713232"/>
          </a:xfrm>
          <a:prstGeom prst="rect">
            <a:avLst/>
          </a:prstGeom>
          <a:solidFill>
            <a:schemeClr val="dk2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3" name="rect 23"/>
          <p:cNvSpPr/>
          <p:nvPr/>
        </p:nvSpPr>
        <p:spPr>
          <a:xfrm>
            <a:off x="1746504" y="5532120"/>
            <a:ext cx="658368" cy="713232"/>
          </a:xfrm>
          <a:prstGeom prst="rect">
            <a:avLst/>
          </a:prstGeom>
          <a:solidFill>
            <a:schemeClr val="dk2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459736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lt2</a:t>
            </a:r>
            <a:endParaRPr lang="en-US" dirty="0"/>
          </a:p>
        </p:txBody>
      </p:sp>
      <p:sp>
        <p:nvSpPr>
          <p:cNvPr id="25" name="rect 25"/>
          <p:cNvSpPr/>
          <p:nvPr/>
        </p:nvSpPr>
        <p:spPr>
          <a:xfrm>
            <a:off x="2459736" y="1645920"/>
            <a:ext cx="658368" cy="713232"/>
          </a:xfrm>
          <a:prstGeom prst="rect">
            <a:avLst/>
          </a:prstGeom>
          <a:solidFill>
            <a:schemeClr val="lt2"/>
          </a:solidFill>
          <a:ln w="6350">
            <a:solidFill>
              <a:srgbClr val="A6A6A6"/>
            </a:solidFill>
          </a:ln>
        </p:spPr>
      </p:sp>
      <p:sp>
        <p:nvSpPr>
          <p:cNvPr id="26" name="rect 26"/>
          <p:cNvSpPr/>
          <p:nvPr/>
        </p:nvSpPr>
        <p:spPr>
          <a:xfrm>
            <a:off x="2459736" y="2423160"/>
            <a:ext cx="658368" cy="713232"/>
          </a:xfrm>
          <a:prstGeom prst="rect">
            <a:avLst/>
          </a:prstGeom>
          <a:solidFill>
            <a:schemeClr val="lt2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7" name="rect 27"/>
          <p:cNvSpPr/>
          <p:nvPr/>
        </p:nvSpPr>
        <p:spPr>
          <a:xfrm>
            <a:off x="2459736" y="3200400"/>
            <a:ext cx="658368" cy="713232"/>
          </a:xfrm>
          <a:prstGeom prst="rect">
            <a:avLst/>
          </a:prstGeom>
          <a:solidFill>
            <a:schemeClr val="lt2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8" name="rect 28"/>
          <p:cNvSpPr/>
          <p:nvPr/>
        </p:nvSpPr>
        <p:spPr>
          <a:xfrm>
            <a:off x="2459736" y="3977640"/>
            <a:ext cx="658368" cy="713232"/>
          </a:xfrm>
          <a:prstGeom prst="rect">
            <a:avLst/>
          </a:prstGeom>
          <a:solidFill>
            <a:schemeClr val="lt2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29" name="rect 29"/>
          <p:cNvSpPr/>
          <p:nvPr/>
        </p:nvSpPr>
        <p:spPr>
          <a:xfrm>
            <a:off x="2459736" y="4754880"/>
            <a:ext cx="658368" cy="713232"/>
          </a:xfrm>
          <a:prstGeom prst="rect">
            <a:avLst/>
          </a:prstGeom>
          <a:solidFill>
            <a:schemeClr val="lt2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0" name="rect 30"/>
          <p:cNvSpPr/>
          <p:nvPr/>
        </p:nvSpPr>
        <p:spPr>
          <a:xfrm>
            <a:off x="2459736" y="5532120"/>
            <a:ext cx="658368" cy="713232"/>
          </a:xfrm>
          <a:prstGeom prst="rect">
            <a:avLst/>
          </a:prstGeom>
          <a:solidFill>
            <a:schemeClr val="lt2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172968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accent1</a:t>
            </a:r>
            <a:endParaRPr lang="en-US" dirty="0"/>
          </a:p>
        </p:txBody>
      </p:sp>
      <p:sp>
        <p:nvSpPr>
          <p:cNvPr id="32" name="rect 32"/>
          <p:cNvSpPr/>
          <p:nvPr/>
        </p:nvSpPr>
        <p:spPr>
          <a:xfrm>
            <a:off x="3172968" y="1645920"/>
            <a:ext cx="658368" cy="713232"/>
          </a:xfrm>
          <a:prstGeom prst="rect">
            <a:avLst/>
          </a:prstGeom>
          <a:solidFill>
            <a:schemeClr val="accent1"/>
          </a:solidFill>
          <a:ln w="6350">
            <a:solidFill>
              <a:srgbClr val="A6A6A6"/>
            </a:solidFill>
          </a:ln>
        </p:spPr>
      </p:sp>
      <p:sp>
        <p:nvSpPr>
          <p:cNvPr id="33" name="rect 33"/>
          <p:cNvSpPr/>
          <p:nvPr/>
        </p:nvSpPr>
        <p:spPr>
          <a:xfrm>
            <a:off x="3172968" y="2423160"/>
            <a:ext cx="658368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4" name="rect 34"/>
          <p:cNvSpPr/>
          <p:nvPr/>
        </p:nvSpPr>
        <p:spPr>
          <a:xfrm>
            <a:off x="3172968" y="3200400"/>
            <a:ext cx="658368" cy="7132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5" name="rect 35"/>
          <p:cNvSpPr/>
          <p:nvPr/>
        </p:nvSpPr>
        <p:spPr>
          <a:xfrm>
            <a:off x="3172968" y="3977640"/>
            <a:ext cx="658368" cy="7132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6" name="rect 36"/>
          <p:cNvSpPr/>
          <p:nvPr/>
        </p:nvSpPr>
        <p:spPr>
          <a:xfrm>
            <a:off x="3172968" y="4754880"/>
            <a:ext cx="658368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7" name="rect 37"/>
          <p:cNvSpPr/>
          <p:nvPr/>
        </p:nvSpPr>
        <p:spPr>
          <a:xfrm>
            <a:off x="3172968" y="5532120"/>
            <a:ext cx="658368" cy="7132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886200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accent2</a:t>
            </a:r>
            <a:endParaRPr lang="en-US" dirty="0"/>
          </a:p>
        </p:txBody>
      </p:sp>
      <p:sp>
        <p:nvSpPr>
          <p:cNvPr id="39" name="rect 39"/>
          <p:cNvSpPr/>
          <p:nvPr/>
        </p:nvSpPr>
        <p:spPr>
          <a:xfrm>
            <a:off x="3886200" y="1645920"/>
            <a:ext cx="658368" cy="713232"/>
          </a:xfrm>
          <a:prstGeom prst="rect">
            <a:avLst/>
          </a:prstGeom>
          <a:solidFill>
            <a:schemeClr val="accent2"/>
          </a:solidFill>
          <a:ln w="6350">
            <a:solidFill>
              <a:srgbClr val="A6A6A6"/>
            </a:solidFill>
          </a:ln>
        </p:spPr>
      </p:sp>
      <p:sp>
        <p:nvSpPr>
          <p:cNvPr id="40" name="rect 40"/>
          <p:cNvSpPr/>
          <p:nvPr/>
        </p:nvSpPr>
        <p:spPr>
          <a:xfrm>
            <a:off x="3886200" y="2423160"/>
            <a:ext cx="658368" cy="713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1" name="rect 41"/>
          <p:cNvSpPr/>
          <p:nvPr/>
        </p:nvSpPr>
        <p:spPr>
          <a:xfrm>
            <a:off x="3886200" y="3200400"/>
            <a:ext cx="658368" cy="7132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2" name="rect 42"/>
          <p:cNvSpPr/>
          <p:nvPr/>
        </p:nvSpPr>
        <p:spPr>
          <a:xfrm>
            <a:off x="3886200" y="3977640"/>
            <a:ext cx="658368" cy="7132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3" name="rect 43"/>
          <p:cNvSpPr/>
          <p:nvPr/>
        </p:nvSpPr>
        <p:spPr>
          <a:xfrm>
            <a:off x="3886200" y="4754880"/>
            <a:ext cx="658368" cy="7132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4" name="rect 44"/>
          <p:cNvSpPr/>
          <p:nvPr/>
        </p:nvSpPr>
        <p:spPr>
          <a:xfrm>
            <a:off x="3886200" y="5532120"/>
            <a:ext cx="658368" cy="7132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99432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accent3</a:t>
            </a:r>
            <a:endParaRPr lang="en-US" dirty="0"/>
          </a:p>
        </p:txBody>
      </p:sp>
      <p:sp>
        <p:nvSpPr>
          <p:cNvPr id="46" name="rect 46"/>
          <p:cNvSpPr/>
          <p:nvPr/>
        </p:nvSpPr>
        <p:spPr>
          <a:xfrm>
            <a:off x="4599432" y="1645920"/>
            <a:ext cx="658368" cy="713232"/>
          </a:xfrm>
          <a:prstGeom prst="rect">
            <a:avLst/>
          </a:prstGeom>
          <a:solidFill>
            <a:schemeClr val="accent3"/>
          </a:solidFill>
          <a:ln w="6350">
            <a:solidFill>
              <a:srgbClr val="A6A6A6"/>
            </a:solidFill>
          </a:ln>
        </p:spPr>
      </p:sp>
      <p:sp>
        <p:nvSpPr>
          <p:cNvPr id="47" name="rect 47"/>
          <p:cNvSpPr/>
          <p:nvPr/>
        </p:nvSpPr>
        <p:spPr>
          <a:xfrm>
            <a:off x="4599432" y="2423160"/>
            <a:ext cx="658368" cy="7132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8" name="rect 48"/>
          <p:cNvSpPr/>
          <p:nvPr/>
        </p:nvSpPr>
        <p:spPr>
          <a:xfrm>
            <a:off x="4599432" y="3200400"/>
            <a:ext cx="658368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49" name="rect 49"/>
          <p:cNvSpPr/>
          <p:nvPr/>
        </p:nvSpPr>
        <p:spPr>
          <a:xfrm>
            <a:off x="4599432" y="3977640"/>
            <a:ext cx="658368" cy="7132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0" name="rect 50"/>
          <p:cNvSpPr/>
          <p:nvPr/>
        </p:nvSpPr>
        <p:spPr>
          <a:xfrm>
            <a:off x="4599432" y="4754880"/>
            <a:ext cx="658368" cy="713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1" name="rect 51"/>
          <p:cNvSpPr/>
          <p:nvPr/>
        </p:nvSpPr>
        <p:spPr>
          <a:xfrm>
            <a:off x="4599432" y="5532120"/>
            <a:ext cx="658368" cy="71323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312664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accent4</a:t>
            </a:r>
            <a:endParaRPr lang="en-US" dirty="0"/>
          </a:p>
        </p:txBody>
      </p:sp>
      <p:sp>
        <p:nvSpPr>
          <p:cNvPr id="53" name="rect 53"/>
          <p:cNvSpPr/>
          <p:nvPr/>
        </p:nvSpPr>
        <p:spPr>
          <a:xfrm>
            <a:off x="5312664" y="1645920"/>
            <a:ext cx="658368" cy="713232"/>
          </a:xfrm>
          <a:prstGeom prst="rect">
            <a:avLst/>
          </a:prstGeom>
          <a:solidFill>
            <a:schemeClr val="accent4"/>
          </a:solidFill>
          <a:ln w="6350">
            <a:solidFill>
              <a:srgbClr val="A6A6A6"/>
            </a:solidFill>
          </a:ln>
        </p:spPr>
      </p:sp>
      <p:sp>
        <p:nvSpPr>
          <p:cNvPr id="54" name="rect 54"/>
          <p:cNvSpPr/>
          <p:nvPr/>
        </p:nvSpPr>
        <p:spPr>
          <a:xfrm>
            <a:off x="5312664" y="2423160"/>
            <a:ext cx="658368" cy="713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5" name="rect 55"/>
          <p:cNvSpPr/>
          <p:nvPr/>
        </p:nvSpPr>
        <p:spPr>
          <a:xfrm>
            <a:off x="5312664" y="3200400"/>
            <a:ext cx="658368" cy="7132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6" name="rect 56"/>
          <p:cNvSpPr/>
          <p:nvPr/>
        </p:nvSpPr>
        <p:spPr>
          <a:xfrm>
            <a:off x="5312664" y="3977640"/>
            <a:ext cx="658368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7" name="rect 57"/>
          <p:cNvSpPr/>
          <p:nvPr/>
        </p:nvSpPr>
        <p:spPr>
          <a:xfrm>
            <a:off x="5312664" y="4754880"/>
            <a:ext cx="658368" cy="71323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8" name="rect 58"/>
          <p:cNvSpPr/>
          <p:nvPr/>
        </p:nvSpPr>
        <p:spPr>
          <a:xfrm>
            <a:off x="5312664" y="5532120"/>
            <a:ext cx="658368" cy="713232"/>
          </a:xfrm>
          <a:prstGeom prst="rect">
            <a:avLst/>
          </a:prstGeom>
          <a:solidFill>
            <a:schemeClr val="accent4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025896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accent5</a:t>
            </a:r>
            <a:endParaRPr lang="en-US" dirty="0"/>
          </a:p>
        </p:txBody>
      </p:sp>
      <p:sp>
        <p:nvSpPr>
          <p:cNvPr id="60" name="rect 60"/>
          <p:cNvSpPr/>
          <p:nvPr/>
        </p:nvSpPr>
        <p:spPr>
          <a:xfrm>
            <a:off x="6025896" y="1645920"/>
            <a:ext cx="658368" cy="713232"/>
          </a:xfrm>
          <a:prstGeom prst="rect">
            <a:avLst/>
          </a:prstGeom>
          <a:solidFill>
            <a:schemeClr val="accent5"/>
          </a:solidFill>
          <a:ln w="6350">
            <a:solidFill>
              <a:srgbClr val="A6A6A6"/>
            </a:solidFill>
          </a:ln>
        </p:spPr>
      </p:sp>
      <p:sp>
        <p:nvSpPr>
          <p:cNvPr id="61" name="rect 61"/>
          <p:cNvSpPr/>
          <p:nvPr/>
        </p:nvSpPr>
        <p:spPr>
          <a:xfrm>
            <a:off x="6025896" y="2423160"/>
            <a:ext cx="658368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2" name="rect 62"/>
          <p:cNvSpPr/>
          <p:nvPr/>
        </p:nvSpPr>
        <p:spPr>
          <a:xfrm>
            <a:off x="6025896" y="3200400"/>
            <a:ext cx="658368" cy="713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3" name="rect 63"/>
          <p:cNvSpPr/>
          <p:nvPr/>
        </p:nvSpPr>
        <p:spPr>
          <a:xfrm>
            <a:off x="6025896" y="3977640"/>
            <a:ext cx="658368" cy="713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4" name="rect 64"/>
          <p:cNvSpPr/>
          <p:nvPr/>
        </p:nvSpPr>
        <p:spPr>
          <a:xfrm>
            <a:off x="6025896" y="4754880"/>
            <a:ext cx="658368" cy="7132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5" name="rect 65"/>
          <p:cNvSpPr/>
          <p:nvPr/>
        </p:nvSpPr>
        <p:spPr>
          <a:xfrm>
            <a:off x="6025896" y="5532120"/>
            <a:ext cx="658368" cy="71323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6739128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accent6</a:t>
            </a:r>
            <a:endParaRPr lang="en-US" dirty="0"/>
          </a:p>
        </p:txBody>
      </p:sp>
      <p:sp>
        <p:nvSpPr>
          <p:cNvPr id="67" name="rect 67"/>
          <p:cNvSpPr/>
          <p:nvPr/>
        </p:nvSpPr>
        <p:spPr>
          <a:xfrm>
            <a:off x="6739128" y="1645920"/>
            <a:ext cx="658368" cy="713232"/>
          </a:xfrm>
          <a:prstGeom prst="rect">
            <a:avLst/>
          </a:prstGeom>
          <a:solidFill>
            <a:schemeClr val="accent6"/>
          </a:solidFill>
          <a:ln w="6350">
            <a:solidFill>
              <a:srgbClr val="A6A6A6"/>
            </a:solidFill>
          </a:ln>
        </p:spPr>
      </p:sp>
      <p:sp>
        <p:nvSpPr>
          <p:cNvPr id="68" name="rect 68"/>
          <p:cNvSpPr/>
          <p:nvPr/>
        </p:nvSpPr>
        <p:spPr>
          <a:xfrm>
            <a:off x="6739128" y="2423160"/>
            <a:ext cx="658368" cy="713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69" name="rect 69"/>
          <p:cNvSpPr/>
          <p:nvPr/>
        </p:nvSpPr>
        <p:spPr>
          <a:xfrm>
            <a:off x="6739128" y="3200400"/>
            <a:ext cx="658368" cy="7132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0" name="rect 70"/>
          <p:cNvSpPr/>
          <p:nvPr/>
        </p:nvSpPr>
        <p:spPr>
          <a:xfrm>
            <a:off x="6739128" y="3977640"/>
            <a:ext cx="658368" cy="7132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1" name="rect 71"/>
          <p:cNvSpPr/>
          <p:nvPr/>
        </p:nvSpPr>
        <p:spPr>
          <a:xfrm>
            <a:off x="6739128" y="4754880"/>
            <a:ext cx="658368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2" name="rect 72"/>
          <p:cNvSpPr/>
          <p:nvPr/>
        </p:nvSpPr>
        <p:spPr>
          <a:xfrm>
            <a:off x="6739128" y="5532120"/>
            <a:ext cx="658368" cy="7132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452360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hlink</a:t>
            </a:r>
            <a:endParaRPr lang="en-US" dirty="0"/>
          </a:p>
        </p:txBody>
      </p:sp>
      <p:sp>
        <p:nvSpPr>
          <p:cNvPr id="74" name="rect 74"/>
          <p:cNvSpPr/>
          <p:nvPr/>
        </p:nvSpPr>
        <p:spPr>
          <a:xfrm>
            <a:off x="7452360" y="1645920"/>
            <a:ext cx="658368" cy="713232"/>
          </a:xfrm>
          <a:prstGeom prst="rect">
            <a:avLst/>
          </a:prstGeom>
          <a:solidFill>
            <a:schemeClr val="hlink"/>
          </a:solidFill>
          <a:ln w="6350">
            <a:solidFill>
              <a:srgbClr val="A6A6A6"/>
            </a:solidFill>
          </a:ln>
        </p:spPr>
      </p:sp>
      <p:sp>
        <p:nvSpPr>
          <p:cNvPr id="75" name="rect 75"/>
          <p:cNvSpPr/>
          <p:nvPr/>
        </p:nvSpPr>
        <p:spPr>
          <a:xfrm>
            <a:off x="7452360" y="2423160"/>
            <a:ext cx="658368" cy="713232"/>
          </a:xfrm>
          <a:prstGeom prst="rect">
            <a:avLst/>
          </a:prstGeom>
          <a:solidFill>
            <a:schemeClr val="hlink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6" name="rect 76"/>
          <p:cNvSpPr/>
          <p:nvPr/>
        </p:nvSpPr>
        <p:spPr>
          <a:xfrm>
            <a:off x="7452360" y="3200400"/>
            <a:ext cx="658368" cy="713232"/>
          </a:xfrm>
          <a:prstGeom prst="rect">
            <a:avLst/>
          </a:prstGeom>
          <a:solidFill>
            <a:schemeClr val="hlink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7" name="rect 77"/>
          <p:cNvSpPr/>
          <p:nvPr/>
        </p:nvSpPr>
        <p:spPr>
          <a:xfrm>
            <a:off x="7452360" y="3977640"/>
            <a:ext cx="658368" cy="713232"/>
          </a:xfrm>
          <a:prstGeom prst="rect">
            <a:avLst/>
          </a:prstGeom>
          <a:solidFill>
            <a:schemeClr val="hlink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8" name="rect 78"/>
          <p:cNvSpPr/>
          <p:nvPr/>
        </p:nvSpPr>
        <p:spPr>
          <a:xfrm>
            <a:off x="7452360" y="4754880"/>
            <a:ext cx="658368" cy="713232"/>
          </a:xfrm>
          <a:prstGeom prst="rect">
            <a:avLst/>
          </a:prstGeom>
          <a:solidFill>
            <a:schemeClr val="hlink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79" name="rect 79"/>
          <p:cNvSpPr/>
          <p:nvPr/>
        </p:nvSpPr>
        <p:spPr>
          <a:xfrm>
            <a:off x="7452360" y="5532120"/>
            <a:ext cx="658368" cy="713232"/>
          </a:xfrm>
          <a:prstGeom prst="rect">
            <a:avLst/>
          </a:prstGeom>
          <a:solidFill>
            <a:schemeClr val="hlink">
              <a:lumMod val="5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8165592" y="1325880"/>
            <a:ext cx="685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folHlink</a:t>
            </a:r>
            <a:endParaRPr lang="en-US" dirty="0"/>
          </a:p>
        </p:txBody>
      </p:sp>
      <p:sp>
        <p:nvSpPr>
          <p:cNvPr id="81" name="rect 81"/>
          <p:cNvSpPr/>
          <p:nvPr/>
        </p:nvSpPr>
        <p:spPr>
          <a:xfrm>
            <a:off x="8165592" y="1645920"/>
            <a:ext cx="658368" cy="713232"/>
          </a:xfrm>
          <a:prstGeom prst="rect">
            <a:avLst/>
          </a:prstGeom>
          <a:solidFill>
            <a:schemeClr val="folHlink"/>
          </a:solidFill>
          <a:ln w="6350">
            <a:solidFill>
              <a:srgbClr val="A6A6A6"/>
            </a:solidFill>
          </a:ln>
        </p:spPr>
      </p:sp>
      <p:sp>
        <p:nvSpPr>
          <p:cNvPr id="82" name="rect 82"/>
          <p:cNvSpPr/>
          <p:nvPr/>
        </p:nvSpPr>
        <p:spPr>
          <a:xfrm>
            <a:off x="8165592" y="2423160"/>
            <a:ext cx="658368" cy="713232"/>
          </a:xfrm>
          <a:prstGeom prst="rect">
            <a:avLst/>
          </a:prstGeom>
          <a:solidFill>
            <a:schemeClr val="folHlink">
              <a:lumMod val="20000"/>
              <a:lumOff val="8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3" name="rect 83"/>
          <p:cNvSpPr/>
          <p:nvPr/>
        </p:nvSpPr>
        <p:spPr>
          <a:xfrm>
            <a:off x="8165592" y="3200400"/>
            <a:ext cx="658368" cy="713232"/>
          </a:xfrm>
          <a:prstGeom prst="rect">
            <a:avLst/>
          </a:prstGeom>
          <a:solidFill>
            <a:schemeClr val="folHlink">
              <a:lumMod val="40000"/>
              <a:lumOff val="6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4" name="rect 84"/>
          <p:cNvSpPr/>
          <p:nvPr/>
        </p:nvSpPr>
        <p:spPr>
          <a:xfrm>
            <a:off x="8165592" y="3977640"/>
            <a:ext cx="658368" cy="713232"/>
          </a:xfrm>
          <a:prstGeom prst="rect">
            <a:avLst/>
          </a:prstGeom>
          <a:solidFill>
            <a:schemeClr val="folHlink">
              <a:lumMod val="60000"/>
              <a:lumOff val="40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5" name="rect 85"/>
          <p:cNvSpPr/>
          <p:nvPr/>
        </p:nvSpPr>
        <p:spPr>
          <a:xfrm>
            <a:off x="8165592" y="4754880"/>
            <a:ext cx="658368" cy="713232"/>
          </a:xfrm>
          <a:prstGeom prst="rect">
            <a:avLst/>
          </a:prstGeom>
          <a:solidFill>
            <a:schemeClr val="folHlink">
              <a:lumMod val="75000"/>
            </a:schemeClr>
          </a:solidFill>
          <a:ln w="6350">
            <a:solidFill>
              <a:srgbClr val="A6A6A6"/>
            </a:solidFill>
          </a:ln>
        </p:spPr>
      </p:sp>
      <p:sp>
        <p:nvSpPr>
          <p:cNvPr id="86" name="rect 86"/>
          <p:cNvSpPr/>
          <p:nvPr/>
        </p:nvSpPr>
        <p:spPr>
          <a:xfrm>
            <a:off x="8165592" y="5532120"/>
            <a:ext cx="658368" cy="713232"/>
          </a:xfrm>
          <a:prstGeom prst="rect">
            <a:avLst/>
          </a:prstGeom>
          <a:solidFill>
            <a:schemeClr val="folHlink">
              <a:lumMod val="50000"/>
            </a:schemeClr>
          </a:solidFill>
          <a:ln w="6350">
            <a:solidFill>
              <a:srgbClr val="A6A6A6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Theme fonts: +mj-lt (Times New Roman) and +mn-lt (Arial)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dirty="0">
                <a:latin typeface="+mj-lt"/>
              </a:rPr>
              <a:t>+mj-lt major font: Quarterly results</a:t>
            </a:r>
            <a:endParaRPr lang="en-US" dirty="0"/>
          </a:p>
          <a:p>
            <a:r>
              <a:rPr lang="en-US" sz="2800" dirty="0">
                <a:latin typeface="+mn-lt"/>
              </a:rPr>
              <a:t>+mn-lt minor font: Quarterly results</a:t>
            </a:r>
            <a:endParaRPr lang="en-US" dirty="0"/>
          </a:p>
          <a:p>
            <a:r>
              <a:rPr lang="en-US" sz="2800" dirty="0"/>
              <a:t>No typeface: inherits minor font from defaultTextStyle</a:t>
            </a:r>
            <a:endParaRPr lang="en-US" dirty="0"/>
          </a:p>
          <a:p>
            <a:r>
              <a:rPr lang="en-US" sz="2800" dirty="0">
                <a:latin typeface="Courier New"/>
              </a:rPr>
              <a:t>Explicit Courier New for contrast</a:t>
            </a:r>
            <a:endParaRPr lang="en-US" dirty="0"/>
          </a:p>
          <a:p>
            <a:r>
              <a:rPr lang="en-US" sz="2400" dirty="0">
                <a:hlinkClick r:id="rId2"/>
              </a:rPr>
              <a:t>Hyperlink uses the hlink scheme color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Style matrix: fillRef x effectRef (lnRef 2, accent colors)</a:t>
            </a:r>
          </a:p>
        </p:txBody>
      </p:sp>
      <p:sp>
        <p:nvSpPr>
          <p:cNvPr id="3" name="style f0 e0"/>
          <p:cNvSpPr/>
          <p:nvPr/>
        </p:nvSpPr>
        <p:spPr>
          <a:xfrm>
            <a:off x="914400" y="1463040"/>
            <a:ext cx="164592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dirty="0"/>
              <a:t>fillRef 0 / effectRef 0</a:t>
            </a:r>
            <a:endParaRPr lang="en-US" dirty="0"/>
          </a:p>
        </p:txBody>
      </p:sp>
      <p:sp>
        <p:nvSpPr>
          <p:cNvPr id="4" name="style f0 e1"/>
          <p:cNvSpPr/>
          <p:nvPr/>
        </p:nvSpPr>
        <p:spPr>
          <a:xfrm>
            <a:off x="2926080" y="1463040"/>
            <a:ext cx="1645920" cy="914400"/>
          </a:xfrm>
          <a:prstGeom prst="roundRec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dirty="0"/>
              <a:t>fillRef 0 / effectRef 1</a:t>
            </a:r>
            <a:endParaRPr lang="en-US" dirty="0"/>
          </a:p>
        </p:txBody>
      </p:sp>
      <p:sp>
        <p:nvSpPr>
          <p:cNvPr id="5" name="style f0 e2"/>
          <p:cNvSpPr/>
          <p:nvPr/>
        </p:nvSpPr>
        <p:spPr>
          <a:xfrm>
            <a:off x="4937760" y="1463040"/>
            <a:ext cx="1645920" cy="914400"/>
          </a:xfrm>
          <a:prstGeom prst="roundRect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dirty="0"/>
              <a:t>fillRef 0 / effectRef 2</a:t>
            </a:r>
            <a:endParaRPr lang="en-US" dirty="0"/>
          </a:p>
        </p:txBody>
      </p:sp>
      <p:sp>
        <p:nvSpPr>
          <p:cNvPr id="6" name="style f0 e3"/>
          <p:cNvSpPr/>
          <p:nvPr/>
        </p:nvSpPr>
        <p:spPr>
          <a:xfrm>
            <a:off x="6949440" y="1463040"/>
            <a:ext cx="1645920" cy="914400"/>
          </a:xfrm>
          <a:prstGeom prst="roundRect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3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dirty="0"/>
              <a:t>fillRef 0 / effectRef 3</a:t>
            </a:r>
            <a:endParaRPr lang="en-US" dirty="0"/>
          </a:p>
        </p:txBody>
      </p:sp>
      <p:sp>
        <p:nvSpPr>
          <p:cNvPr id="7" name="style f1 e0"/>
          <p:cNvSpPr/>
          <p:nvPr/>
        </p:nvSpPr>
        <p:spPr>
          <a:xfrm>
            <a:off x="914400" y="2743200"/>
            <a:ext cx="164592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1 / effectRef 0</a:t>
            </a:r>
            <a:endParaRPr lang="en-US" dirty="0"/>
          </a:p>
        </p:txBody>
      </p:sp>
      <p:sp>
        <p:nvSpPr>
          <p:cNvPr id="8" name="style f1 e1"/>
          <p:cNvSpPr/>
          <p:nvPr/>
        </p:nvSpPr>
        <p:spPr>
          <a:xfrm>
            <a:off x="2926080" y="2743200"/>
            <a:ext cx="1645920" cy="914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1 / effectRef 1</a:t>
            </a:r>
            <a:endParaRPr lang="en-US" dirty="0"/>
          </a:p>
        </p:txBody>
      </p:sp>
      <p:sp>
        <p:nvSpPr>
          <p:cNvPr id="9" name="style f1 e2"/>
          <p:cNvSpPr/>
          <p:nvPr/>
        </p:nvSpPr>
        <p:spPr>
          <a:xfrm>
            <a:off x="4937760" y="2743200"/>
            <a:ext cx="1645920" cy="914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1 / effectRef 2</a:t>
            </a:r>
            <a:endParaRPr lang="en-US" dirty="0"/>
          </a:p>
        </p:txBody>
      </p:sp>
      <p:sp>
        <p:nvSpPr>
          <p:cNvPr id="10" name="style f1 e3"/>
          <p:cNvSpPr/>
          <p:nvPr/>
        </p:nvSpPr>
        <p:spPr>
          <a:xfrm>
            <a:off x="6949440" y="2743200"/>
            <a:ext cx="1645920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1 / effectRef 3</a:t>
            </a:r>
            <a:endParaRPr lang="en-US" dirty="0"/>
          </a:p>
        </p:txBody>
      </p:sp>
      <p:sp>
        <p:nvSpPr>
          <p:cNvPr id="11" name="style f2 e0"/>
          <p:cNvSpPr/>
          <p:nvPr/>
        </p:nvSpPr>
        <p:spPr>
          <a:xfrm>
            <a:off x="914400" y="4023360"/>
            <a:ext cx="1645920" cy="914400"/>
          </a:xfrm>
          <a:prstGeom prst="roundRect">
            <a:avLst/>
          </a:prstGeom>
        </p:spPr>
        <p:style>
          <a:lnRef idx="2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2 / effectRef 0</a:t>
            </a:r>
            <a:endParaRPr lang="en-US" dirty="0"/>
          </a:p>
        </p:txBody>
      </p:sp>
      <p:sp>
        <p:nvSpPr>
          <p:cNvPr id="12" name="style f2 e1"/>
          <p:cNvSpPr/>
          <p:nvPr/>
        </p:nvSpPr>
        <p:spPr>
          <a:xfrm>
            <a:off x="2926080" y="4023360"/>
            <a:ext cx="1645920" cy="914400"/>
          </a:xfrm>
          <a:prstGeom prst="roundRect">
            <a:avLst/>
          </a:prstGeom>
        </p:spPr>
        <p:style>
          <a:lnRef idx="2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2 / effectRef 1</a:t>
            </a:r>
            <a:endParaRPr lang="en-US" dirty="0"/>
          </a:p>
        </p:txBody>
      </p:sp>
      <p:sp>
        <p:nvSpPr>
          <p:cNvPr id="13" name="style f2 e2"/>
          <p:cNvSpPr/>
          <p:nvPr/>
        </p:nvSpPr>
        <p:spPr>
          <a:xfrm>
            <a:off x="4937760" y="4023360"/>
            <a:ext cx="1645920" cy="914400"/>
          </a:xfrm>
          <a:prstGeom prst="roundRect">
            <a:avLst/>
          </a:prstGeom>
        </p:spPr>
        <p:style>
          <a:lnRef idx="2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2 / effectRef 2</a:t>
            </a:r>
            <a:endParaRPr lang="en-US" dirty="0"/>
          </a:p>
        </p:txBody>
      </p:sp>
      <p:sp>
        <p:nvSpPr>
          <p:cNvPr id="14" name="style f2 e3"/>
          <p:cNvSpPr/>
          <p:nvPr/>
        </p:nvSpPr>
        <p:spPr>
          <a:xfrm>
            <a:off x="6949440" y="4023360"/>
            <a:ext cx="1645920" cy="91440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2 / effectRef 3</a:t>
            </a:r>
            <a:endParaRPr lang="en-US" dirty="0"/>
          </a:p>
        </p:txBody>
      </p:sp>
      <p:sp>
        <p:nvSpPr>
          <p:cNvPr id="15" name="style f3 e0"/>
          <p:cNvSpPr/>
          <p:nvPr/>
        </p:nvSpPr>
        <p:spPr>
          <a:xfrm>
            <a:off x="914400" y="5303520"/>
            <a:ext cx="1645920" cy="914400"/>
          </a:xfrm>
          <a:prstGeom prst="roundRect">
            <a:avLst/>
          </a:prstGeom>
        </p:spPr>
        <p:style>
          <a:lnRef idx="2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3 / effectRef 0</a:t>
            </a:r>
            <a:endParaRPr lang="en-US" dirty="0"/>
          </a:p>
        </p:txBody>
      </p:sp>
      <p:sp>
        <p:nvSpPr>
          <p:cNvPr id="16" name="style f3 e1"/>
          <p:cNvSpPr/>
          <p:nvPr/>
        </p:nvSpPr>
        <p:spPr>
          <a:xfrm>
            <a:off x="2926080" y="5303520"/>
            <a:ext cx="1645920" cy="914400"/>
          </a:xfrm>
          <a:prstGeom prst="roundRect">
            <a:avLst/>
          </a:prstGeom>
        </p:spPr>
        <p:style>
          <a:lnRef idx="2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3 / effectRef 1</a:t>
            </a:r>
            <a:endParaRPr lang="en-US" dirty="0"/>
          </a:p>
        </p:txBody>
      </p:sp>
      <p:sp>
        <p:nvSpPr>
          <p:cNvPr id="17" name="style f3 e2"/>
          <p:cNvSpPr/>
          <p:nvPr/>
        </p:nvSpPr>
        <p:spPr>
          <a:xfrm>
            <a:off x="4937760" y="5303520"/>
            <a:ext cx="1645920" cy="914400"/>
          </a:xfrm>
          <a:prstGeom prst="roundRect">
            <a:avLst/>
          </a:prstGeom>
        </p:spPr>
        <p:style>
          <a:lnRef idx="2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3 / effectRef 2</a:t>
            </a:r>
            <a:endParaRPr lang="en-US" dirty="0"/>
          </a:p>
        </p:txBody>
      </p:sp>
      <p:sp>
        <p:nvSpPr>
          <p:cNvPr id="18" name="style f3 e3"/>
          <p:cNvSpPr/>
          <p:nvPr/>
        </p:nvSpPr>
        <p:spPr>
          <a:xfrm>
            <a:off x="6949440" y="5303520"/>
            <a:ext cx="164592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dirty="0"/>
              <a:t>fillRef 3 / effectRef 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accent3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Theme background: bgRef idx=1003 with accent3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bgFillStyleLst entry 3 (path gradient) tinted with accent3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 Custom Theme">
  <a:themeElements>
    <a:clrScheme name="Corpus Custom">
      <a:dk1>
        <a:srgbClr val="1A1A2E"/>
      </a:dk1>
      <a:lt1>
        <a:srgbClr val="FFFFFF"/>
      </a:lt1>
      <a:dk2>
        <a:srgbClr val="16425B"/>
      </a:dk2>
      <a:lt2>
        <a:srgbClr val="EFE9DD"/>
      </a:lt2>
      <a:accent1>
        <a:srgbClr val="D1495B"/>
      </a:accent1>
      <a:accent2>
        <a:srgbClr val="EDAE49"/>
      </a:accent2>
      <a:accent3>
        <a:srgbClr val="00798C"/>
      </a:accent3>
      <a:accent4>
        <a:srgbClr val="30638E"/>
      </a:accent4>
      <a:accent5>
        <a:srgbClr val="6A994E"/>
      </a:accent5>
      <a:accent6>
        <a:srgbClr val="8E5572"/>
      </a:accent6>
      <a:hlink>
        <a:srgbClr val="0563C1"/>
      </a:hlink>
      <a:folHlink>
        <a:srgbClr val="954F72"/>
      </a:folHlink>
    </a:clrScheme>
    <a:fontScheme name="Corpus Fonts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Theme: custom color scheme, font scheme and style matrix</dc:title>
  <dc:subject>pptx_engine test corpus</dc:subject>
  <dc:creator>pptx_engine corpus generator</dc:creator>
  <cp:keywords>theme, scheme-colors, theme-fonts, style-refs, bg-ref, hyperlink</cp:keywords>
  <dc:description>A modified theme (custom clrScheme, major Times New Roman / minor Arial): swatches of all 12 scheme colors with PowerPoint palette tints/shades, +mj/+mn font references, the fill/line/effect style matrix via p:style refs, hyperlink colors and a theme background (bgRef 1003).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