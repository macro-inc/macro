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Cropping with srcRect</a:t>
            </a:r>
          </a:p>
        </p:txBody>
      </p:sp>
      <p:pic>
        <p:nvPicPr>
          <p:cNvPr id="3" name="none" descr="none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65760" y="1371600"/>
            <a:ext cx="1897380" cy="201168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4" name="TextBox 4"/>
          <p:cNvSpPr txBox="1"/>
          <p:nvPr/>
        </p:nvSpPr>
        <p:spPr>
          <a:xfrm>
            <a:off x="365760" y="3401568"/>
            <a:ext cx="189738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none</a:t>
            </a:r>
            <a:endParaRPr lang="en-US" dirty="0"/>
          </a:p>
        </p:txBody>
      </p:sp>
      <p:pic>
        <p:nvPicPr>
          <p:cNvPr id="5" name="l=25%" descr="l=25%"/>
          <p:cNvPicPr>
            <a:picLocks noChangeAspect="1"/>
          </p:cNvPicPr>
          <p:nvPr/>
        </p:nvPicPr>
        <p:blipFill rotWithShape="1">
          <a:blip r:embed="rId2"/>
          <a:srcRect l="25000"/>
          <a:stretch>
            <a:fillRect/>
          </a:stretch>
        </p:blipFill>
        <p:spPr>
          <a:xfrm>
            <a:off x="2537460" y="1371600"/>
            <a:ext cx="1897380" cy="201168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6" name="TextBox 6"/>
          <p:cNvSpPr txBox="1"/>
          <p:nvPr/>
        </p:nvSpPr>
        <p:spPr>
          <a:xfrm>
            <a:off x="2537460" y="3401568"/>
            <a:ext cx="189738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l=25%</a:t>
            </a:r>
            <a:endParaRPr lang="en-US" dirty="0"/>
          </a:p>
        </p:txBody>
      </p:sp>
      <p:pic>
        <p:nvPicPr>
          <p:cNvPr id="7" name="t=10% b=10%" descr="t=10% b=10%"/>
          <p:cNvPicPr>
            <a:picLocks noChangeAspect="1"/>
          </p:cNvPicPr>
          <p:nvPr/>
        </p:nvPicPr>
        <p:blipFill rotWithShape="1">
          <a:blip r:embed="rId2"/>
          <a:srcRect t="10000" b="10000"/>
          <a:stretch>
            <a:fillRect/>
          </a:stretch>
        </p:blipFill>
        <p:spPr>
          <a:xfrm>
            <a:off x="4709160" y="1371600"/>
            <a:ext cx="1897380" cy="201168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8" name="TextBox 8"/>
          <p:cNvSpPr txBox="1"/>
          <p:nvPr/>
        </p:nvSpPr>
        <p:spPr>
          <a:xfrm>
            <a:off x="4709160" y="3401568"/>
            <a:ext cx="189738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t=10% b=10%</a:t>
            </a:r>
            <a:endParaRPr lang="en-US" dirty="0"/>
          </a:p>
        </p:txBody>
      </p:sp>
      <p:pic>
        <p:nvPicPr>
          <p:cNvPr id="9" name="all 20%" descr="all 20%"/>
          <p:cNvPicPr>
            <a:picLocks noChangeAspect="1"/>
          </p:cNvPicPr>
          <p:nvPr/>
        </p:nvPicPr>
        <p:blipFill rotWithShape="1">
          <a:blip r:embed="rId2"/>
          <a:srcRect l="20000" t="20000" r="20000" b="20000"/>
          <a:stretch>
            <a:fillRect/>
          </a:stretch>
        </p:blipFill>
        <p:spPr>
          <a:xfrm>
            <a:off x="6880860" y="1371600"/>
            <a:ext cx="1897380" cy="201168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10" name="TextBox 10"/>
          <p:cNvSpPr txBox="1"/>
          <p:nvPr/>
        </p:nvSpPr>
        <p:spPr>
          <a:xfrm>
            <a:off x="6880860" y="3401568"/>
            <a:ext cx="189738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all 20%</a:t>
            </a:r>
            <a:endParaRPr lang="en-US" dirty="0"/>
          </a:p>
        </p:txBody>
      </p:sp>
      <p:pic>
        <p:nvPicPr>
          <p:cNvPr id="11" name="top-left quadrant" descr="top-left quadrant"/>
          <p:cNvPicPr>
            <a:picLocks noChangeAspect="1"/>
          </p:cNvPicPr>
          <p:nvPr/>
        </p:nvPicPr>
        <p:blipFill rotWithShape="1">
          <a:blip r:embed="rId2"/>
          <a:srcRect r="50000" b="50000"/>
          <a:stretch>
            <a:fillRect/>
          </a:stretch>
        </p:blipFill>
        <p:spPr>
          <a:xfrm>
            <a:off x="365760" y="4160520"/>
            <a:ext cx="1897380" cy="201168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12" name="TextBox 12"/>
          <p:cNvSpPr txBox="1"/>
          <p:nvPr/>
        </p:nvSpPr>
        <p:spPr>
          <a:xfrm>
            <a:off x="365760" y="6190488"/>
            <a:ext cx="189738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top-left quadrant</a:t>
            </a:r>
            <a:endParaRPr lang="en-US" dirty="0"/>
          </a:p>
        </p:txBody>
      </p:sp>
      <p:pic>
        <p:nvPicPr>
          <p:cNvPr id="13" name="negative l/r -20%" descr="negative l/r -20%"/>
          <p:cNvPicPr>
            <a:picLocks noChangeAspect="1"/>
          </p:cNvPicPr>
          <p:nvPr/>
        </p:nvPicPr>
        <p:blipFill rotWithShape="1">
          <a:blip r:embed="rId2"/>
          <a:srcRect l="-20000" r="-20000"/>
          <a:stretch>
            <a:fillRect/>
          </a:stretch>
        </p:blipFill>
        <p:spPr>
          <a:xfrm>
            <a:off x="2537460" y="4160520"/>
            <a:ext cx="1897380" cy="201168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14" name="TextBox 14"/>
          <p:cNvSpPr txBox="1"/>
          <p:nvPr/>
        </p:nvSpPr>
        <p:spPr>
          <a:xfrm>
            <a:off x="2537460" y="6190488"/>
            <a:ext cx="189738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negative l/r -20%</a:t>
            </a:r>
            <a:endParaRPr lang="en-US" dirty="0"/>
          </a:p>
        </p:txBody>
      </p:sp>
      <p:pic>
        <p:nvPicPr>
          <p:cNvPr id="15" name="negative all -10%" descr="negative all -10%"/>
          <p:cNvPicPr>
            <a:picLocks noChangeAspect="1"/>
          </p:cNvPicPr>
          <p:nvPr/>
        </p:nvPicPr>
        <p:blipFill rotWithShape="1">
          <a:blip r:embed="rId2"/>
          <a:srcRect l="-10000" t="-10000" r="-10000" b="-10000"/>
          <a:stretch>
            <a:fillRect/>
          </a:stretch>
        </p:blipFill>
        <p:spPr>
          <a:xfrm>
            <a:off x="4709160" y="4160520"/>
            <a:ext cx="1897380" cy="201168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16" name="TextBox 16"/>
          <p:cNvSpPr txBox="1"/>
          <p:nvPr/>
        </p:nvSpPr>
        <p:spPr>
          <a:xfrm>
            <a:off x="4709160" y="6190488"/>
            <a:ext cx="189738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negative all -10%</a:t>
            </a:r>
            <a:endParaRPr lang="en-US" dirty="0"/>
          </a:p>
        </p:txBody>
      </p:sp>
      <p:pic>
        <p:nvPicPr>
          <p:cNvPr id="17" name="r=60% b=-30%" descr="r=60% b=-30%"/>
          <p:cNvPicPr>
            <a:picLocks noChangeAspect="1"/>
          </p:cNvPicPr>
          <p:nvPr/>
        </p:nvPicPr>
        <p:blipFill rotWithShape="1">
          <a:blip r:embed="rId2"/>
          <a:srcRect r="60000" b="-30000"/>
          <a:stretch>
            <a:fillRect/>
          </a:stretch>
        </p:blipFill>
        <p:spPr>
          <a:xfrm>
            <a:off x="6880860" y="4160520"/>
            <a:ext cx="1897380" cy="201168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18" name="TextBox 18"/>
          <p:cNvSpPr txBox="1"/>
          <p:nvPr/>
        </p:nvSpPr>
        <p:spPr>
          <a:xfrm>
            <a:off x="6880860" y="6190488"/>
            <a:ext cx="189738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r=60% b=-30%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Rotation, flips, outlines, shadows, geometry</a:t>
            </a:r>
          </a:p>
        </p:txBody>
      </p:sp>
      <p:pic>
        <p:nvPicPr>
          <p:cNvPr id="3" name="rot 30" descr="rot 3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1800000">
            <a:off x="457200" y="1463040"/>
            <a:ext cx="1714500" cy="1828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365760" y="3401568"/>
            <a:ext cx="189738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rot 30</a:t>
            </a:r>
            <a:endParaRPr lang="en-US" dirty="0"/>
          </a:p>
        </p:txBody>
      </p:sp>
      <p:pic>
        <p:nvPicPr>
          <p:cNvPr id="5" name="flipH" descr="flipH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H="1">
            <a:off x="2628900" y="1463040"/>
            <a:ext cx="1714500" cy="18288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537460" y="3401568"/>
            <a:ext cx="189738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flipH</a:t>
            </a:r>
            <a:endParaRPr lang="en-US" dirty="0"/>
          </a:p>
        </p:txBody>
      </p:sp>
      <p:pic>
        <p:nvPicPr>
          <p:cNvPr id="7" name="flipV" descr="flipV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4800600" y="1463040"/>
            <a:ext cx="1714500" cy="18288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4709160" y="3401568"/>
            <a:ext cx="189738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flipV</a:t>
            </a:r>
            <a:endParaRPr lang="en-US" dirty="0"/>
          </a:p>
        </p:txBody>
      </p:sp>
      <p:pic>
        <p:nvPicPr>
          <p:cNvPr id="9" name="rot 200 flipH" descr="rot 200 flipH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12000000" flipH="1">
            <a:off x="6972300" y="1463040"/>
            <a:ext cx="1714500" cy="1828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6880860" y="3401568"/>
            <a:ext cx="189738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rot 200 flipH</a:t>
            </a:r>
            <a:endParaRPr lang="en-US" dirty="0"/>
          </a:p>
        </p:txBody>
      </p:sp>
      <p:pic>
        <p:nvPicPr>
          <p:cNvPr id="11" name="6pt border" descr="6pt border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00" y="4251960"/>
            <a:ext cx="1714500" cy="1828800"/>
          </a:xfrm>
          <a:prstGeom prst="rect">
            <a:avLst/>
          </a:prstGeom>
          <a:ln w="76200">
            <a:solidFill>
              <a:srgbClr val="1F3864"/>
            </a:solidFill>
          </a:ln>
        </p:spPr>
      </p:pic>
      <p:sp>
        <p:nvSpPr>
          <p:cNvPr id="12" name="TextBox 12"/>
          <p:cNvSpPr txBox="1"/>
          <p:nvPr/>
        </p:nvSpPr>
        <p:spPr>
          <a:xfrm>
            <a:off x="365760" y="6190488"/>
            <a:ext cx="189738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6pt border</a:t>
            </a:r>
            <a:endParaRPr lang="en-US" dirty="0"/>
          </a:p>
        </p:txBody>
      </p:sp>
      <p:pic>
        <p:nvPicPr>
          <p:cNvPr id="13" name="dbl border + shadow" descr="dbl border + shadow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628900" y="4251960"/>
            <a:ext cx="1714500" cy="1828800"/>
          </a:xfrm>
          <a:prstGeom prst="rect">
            <a:avLst/>
          </a:prstGeom>
          <a:ln w="38100" cmpd="dbl">
            <a:solidFill>
              <a:srgbClr val="C00000"/>
            </a:solidFill>
          </a:ln>
          <a:effectLst>
            <a:outerShdw blurRad="101600" dist="76200" dir="2700000">
              <a:srgbClr val="000000">
                <a:alpha val="50000"/>
              </a:srgbClr>
            </a:outerShdw>
          </a:effectLst>
        </p:spPr>
      </p:pic>
      <p:sp>
        <p:nvSpPr>
          <p:cNvPr id="14" name="TextBox 14"/>
          <p:cNvSpPr txBox="1"/>
          <p:nvPr/>
        </p:nvSpPr>
        <p:spPr>
          <a:xfrm>
            <a:off x="2537460" y="6190488"/>
            <a:ext cx="189738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dbl border + shadow</a:t>
            </a:r>
            <a:endParaRPr lang="en-US" dirty="0"/>
          </a:p>
        </p:txBody>
      </p:sp>
      <p:pic>
        <p:nvPicPr>
          <p:cNvPr id="15" name="ellipse geometry" descr="ellipse geometry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800600" y="4251960"/>
            <a:ext cx="1714500" cy="1828800"/>
          </a:xfrm>
          <a:prstGeom prst="ellipse">
            <a:avLst/>
          </a:prstGeom>
          <a:ln w="25400">
            <a:solidFill>
              <a:srgbClr val="000000"/>
            </a:solidFill>
          </a:ln>
        </p:spPr>
      </p:pic>
      <p:sp>
        <p:nvSpPr>
          <p:cNvPr id="16" name="TextBox 16"/>
          <p:cNvSpPr txBox="1"/>
          <p:nvPr/>
        </p:nvSpPr>
        <p:spPr>
          <a:xfrm>
            <a:off x="4709160" y="6190488"/>
            <a:ext cx="189738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ellipse geometry</a:t>
            </a:r>
            <a:endParaRPr lang="en-US" dirty="0"/>
          </a:p>
        </p:txBody>
      </p:sp>
      <p:pic>
        <p:nvPicPr>
          <p:cNvPr id="17" name="roundRect geometry" descr="roundRect geometry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972300" y="4251960"/>
            <a:ext cx="1714500" cy="1828800"/>
          </a:xfrm>
          <a:prstGeom prst="roundRect">
            <a:avLst>
              <a:gd name="adj" fmla="val 30000"/>
            </a:avLst>
          </a:prstGeom>
          <a:ln w="25400">
            <a:solidFill>
              <a:srgbClr val="00B050"/>
            </a:solidFill>
          </a:ln>
        </p:spPr>
      </p:pic>
      <p:sp>
        <p:nvSpPr>
          <p:cNvPr id="18" name="TextBox 18"/>
          <p:cNvSpPr txBox="1"/>
          <p:nvPr/>
        </p:nvSpPr>
        <p:spPr>
          <a:xfrm>
            <a:off x="6880860" y="6190488"/>
            <a:ext cx="189738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roundRect geometry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Blip effects</a:t>
            </a:r>
          </a:p>
        </p:txBody>
      </p:sp>
      <p:sp>
        <p:nvSpPr>
          <p:cNvPr id="3" name="rect 3"/>
          <p:cNvSpPr/>
          <p:nvPr/>
        </p:nvSpPr>
        <p:spPr>
          <a:xfrm>
            <a:off x="365760" y="1371600"/>
            <a:ext cx="8412480" cy="5120640"/>
          </a:xfrm>
          <a:prstGeom prst="rect">
            <a:avLst/>
          </a:prstGeom>
          <a:pattFill prst="smCheck">
            <a:fgClr>
              <a:srgbClr val="D9D9D9"/>
            </a:fgClr>
            <a:bgClr>
              <a:srgbClr val="FFFFFF"/>
            </a:bgClr>
          </a:pattFill>
        </p:spPr>
      </p:sp>
      <p:pic>
        <p:nvPicPr>
          <p:cNvPr id="4" name="alphaModFix 50%" descr="alphaModFix 50%"/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tretch>
            <a:fillRect/>
          </a:stretch>
        </p:blipFill>
        <p:spPr>
          <a:xfrm>
            <a:off x="365760" y="1371600"/>
            <a:ext cx="1897380" cy="201168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365760" y="3401568"/>
            <a:ext cx="189738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alphaModFix 50%</a:t>
            </a:r>
            <a:endParaRPr lang="en-US" dirty="0"/>
          </a:p>
        </p:txBody>
      </p:sp>
      <p:pic>
        <p:nvPicPr>
          <p:cNvPr id="6" name="grayscl" descr="grayscl"/>
          <p:cNvPicPr>
            <a:picLocks noChangeAspect="1"/>
          </p:cNvPicPr>
          <p:nvPr/>
        </p:nvPicPr>
        <p:blipFill rotWithShape="1">
          <a:blip r:embed="rId2">
            <a:grayscl/>
          </a:blip>
          <a:stretch>
            <a:fillRect/>
          </a:stretch>
        </p:blipFill>
        <p:spPr>
          <a:xfrm>
            <a:off x="2537460" y="1371600"/>
            <a:ext cx="1897380" cy="201168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537460" y="3401568"/>
            <a:ext cx="189738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grayscl</a:t>
            </a:r>
            <a:endParaRPr lang="en-US" dirty="0"/>
          </a:p>
        </p:txBody>
      </p:sp>
      <p:pic>
        <p:nvPicPr>
          <p:cNvPr id="8" name="biLevel 50%" descr="biLevel 50%"/>
          <p:cNvPicPr>
            <a:picLocks noChangeAspect="1"/>
          </p:cNvPicPr>
          <p:nvPr/>
        </p:nvPicPr>
        <p:blipFill rotWithShape="1">
          <a:blip r:embed="rId2">
            <a:biLevel thresh="50000"/>
          </a:blip>
          <a:stretch>
            <a:fillRect/>
          </a:stretch>
        </p:blipFill>
        <p:spPr>
          <a:xfrm>
            <a:off x="4709160" y="1371600"/>
            <a:ext cx="1897380" cy="201168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709160" y="3401568"/>
            <a:ext cx="189738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biLevel 50%</a:t>
            </a:r>
            <a:endParaRPr lang="en-US" dirty="0"/>
          </a:p>
        </p:txBody>
      </p:sp>
      <p:pic>
        <p:nvPicPr>
          <p:cNvPr id="10" name="lum bright +30 contrast +40" descr="lum bright +30 contrast +40"/>
          <p:cNvPicPr>
            <a:picLocks noChangeAspect="1"/>
          </p:cNvPicPr>
          <p:nvPr/>
        </p:nvPicPr>
        <p:blipFill rotWithShape="1">
          <a:blip r:embed="rId2">
            <a:lum bright="30000" contrast="40000"/>
          </a:blip>
          <a:stretch>
            <a:fillRect/>
          </a:stretch>
        </p:blipFill>
        <p:spPr>
          <a:xfrm>
            <a:off x="6880860" y="1371600"/>
            <a:ext cx="1897380" cy="201168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880860" y="3401568"/>
            <a:ext cx="189738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lum bright +30 contrast +40</a:t>
            </a:r>
            <a:endParaRPr lang="en-US" dirty="0"/>
          </a:p>
        </p:txBody>
      </p:sp>
      <p:pic>
        <p:nvPicPr>
          <p:cNvPr id="12" name="duotone navy/gold" descr="duotone navy/gold"/>
          <p:cNvPicPr>
            <a:picLocks noChangeAspect="1"/>
          </p:cNvPicPr>
          <p:nvPr/>
        </p:nvPicPr>
        <p:blipFill rotWithShape="1">
          <a:blip r:embed="rId2">
            <a:duotone>
              <a:prstClr val="navy"/>
              <a:srgbClr val="FFC000"/>
            </a:duotone>
          </a:blip>
          <a:stretch>
            <a:fillRect/>
          </a:stretch>
        </p:blipFill>
        <p:spPr>
          <a:xfrm>
            <a:off x="365760" y="4160520"/>
            <a:ext cx="1897380" cy="201168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365760" y="6190488"/>
            <a:ext cx="189738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duotone navy/gold</a:t>
            </a:r>
            <a:endParaRPr lang="en-US" dirty="0"/>
          </a:p>
        </p:txBody>
      </p:sp>
      <p:pic>
        <p:nvPicPr>
          <p:cNvPr id="14" name="clrChange sky-&gt;transparent" descr="clrChange sky-&gt;transparent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9AB2EB"/>
              </a:clrFrom>
              <a:clrTo>
                <a:srgbClr val="9AB2E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37460" y="4160520"/>
            <a:ext cx="1897380" cy="201168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2537460" y="6190488"/>
            <a:ext cx="189738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clrChange sky-&gt;transparent</a:t>
            </a:r>
            <a:endParaRPr lang="en-US" dirty="0"/>
          </a:p>
        </p:txBody>
      </p:sp>
      <p:pic>
        <p:nvPicPr>
          <p:cNvPr id="16" name="hsl sat -100 (desaturate)" descr="hsl sat -100 (desaturate)"/>
          <p:cNvPicPr>
            <a:picLocks noChangeAspect="1"/>
          </p:cNvPicPr>
          <p:nvPr/>
        </p:nvPicPr>
        <p:blipFill rotWithShape="1">
          <a:blip r:embed="rId2">
            <a:hsl hue="0" sat="-100000" lum="0"/>
          </a:blip>
          <a:stretch>
            <a:fillRect/>
          </a:stretch>
        </p:blipFill>
        <p:spPr>
          <a:xfrm>
            <a:off x="4709160" y="4160520"/>
            <a:ext cx="1897380" cy="201168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4709160" y="6190488"/>
            <a:ext cx="189738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hsl sat -100 (desaturate)</a:t>
            </a:r>
            <a:endParaRPr lang="en-US" dirty="0"/>
          </a:p>
        </p:txBody>
      </p:sp>
      <p:pic>
        <p:nvPicPr>
          <p:cNvPr id="18" name="tint 50% + lum -20" descr="tint 50% + lum -20"/>
          <p:cNvPicPr>
            <a:picLocks noChangeAspect="1"/>
          </p:cNvPicPr>
          <p:nvPr/>
        </p:nvPicPr>
        <p:blipFill rotWithShape="1">
          <a:blip r:embed="rId2">
            <a:tint hue="0" amt="50000"/>
            <a:lum bright="-20000"/>
          </a:blip>
          <a:stretch>
            <a:fillRect/>
          </a:stretch>
        </p:blipFill>
        <p:spPr>
          <a:xfrm>
            <a:off x="6880860" y="4160520"/>
            <a:ext cx="1897380" cy="201168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6880860" y="6190488"/>
            <a:ext cx="189738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tint 50% + lum -20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pptx_engine corpus generator (python-pptx 1.0.2)</Application>
  <PresentationFormat>On-screen Show (4:3)</PresentationFormat>
  <Slides>3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Pictures: cropping, transforms, borders and blip effects</dc:title>
  <dc:subject>pptx_engine test corpus</dc:subject>
  <dc:creator>pptx_engine corpus generator</dc:creator>
  <cp:keywords>pictures, crop, rotation, flip, blip-effects</cp:keywords>
  <dc:description>srcRect crops (one side, all sides, negative/padding), rotated and flipped pictures, pictures with outlines, shadows and non-rectangular geometry, and blip effects: alphaModFix, grayscl, biLevel, lum bright/contrast, duotone, clrChange, tint/hsl.</dc:description>
  <cp:lastModifiedBy>pptx_engine corpus generator</cp:lastModifiedBy>
  <cp:revision>1</cp:revision>
  <dcterms:created xsi:type="dcterms:W3CDTF">2024-01-01T00:00:00Z</dcterms:created>
  <dcterms:modified xsi:type="dcterms:W3CDTF">2024-01-01T00:00:00Z</dcterms:modified>
</cp:coreProperties>
</file>