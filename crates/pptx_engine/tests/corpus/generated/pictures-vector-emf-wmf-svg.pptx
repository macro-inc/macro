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emf"/><Relationship Id="rId3" Type="http://schemas.openxmlformats.org/officeDocument/2006/relationships/image" Target="../media/image2.emf"/><Relationship Id="rId4" Type="http://schemas.openxmlformats.org/officeDocument/2006/relationships/image" Target="../media/image3.w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EMF and WMF</a:t>
            </a:r>
          </a:p>
        </p:txBody>
      </p:sp>
      <p:pic>
        <p:nvPicPr>
          <p:cNvPr id="3" name="EMF: chart-like (text, gridlines, bars)" descr="EMF: chart-like (text, gridlines, bars)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5760" y="1371600"/>
            <a:ext cx="4114800" cy="2560320"/>
          </a:xfrm>
          <a:prstGeom prst="rect">
            <a:avLst/>
          </a:prstGeom>
          <a:ln w="6350">
            <a:solidFill>
              <a:srgbClr val="BFBFBF"/>
            </a:solidFill>
          </a:ln>
        </p:spPr>
      </p:pic>
      <p:sp>
        <p:nvSpPr>
          <p:cNvPr id="4" name="TextBox 4"/>
          <p:cNvSpPr txBox="1"/>
          <p:nvPr/>
        </p:nvSpPr>
        <p:spPr>
          <a:xfrm>
            <a:off x="365760" y="3950208"/>
            <a:ext cx="4114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EMF: chart-like (text, gridlines, bars)</a:t>
            </a:r>
            <a:endParaRPr lang="en-US" dirty="0"/>
          </a:p>
        </p:txBody>
      </p:sp>
      <p:pic>
        <p:nvPicPr>
          <p:cNvPr id="5" name="EMF: gradients, beziers, paths, transforms, DIB" descr="EMF: gradients, beziers, paths, transforms, DIB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663440" y="1371600"/>
            <a:ext cx="4114800" cy="3108960"/>
          </a:xfrm>
          <a:prstGeom prst="rect">
            <a:avLst/>
          </a:prstGeom>
          <a:ln w="6350">
            <a:solidFill>
              <a:srgbClr val="BFBFBF"/>
            </a:solidFill>
          </a:ln>
        </p:spPr>
      </p:pic>
      <p:sp>
        <p:nvSpPr>
          <p:cNvPr id="6" name="TextBox 6"/>
          <p:cNvSpPr txBox="1"/>
          <p:nvPr/>
        </p:nvSpPr>
        <p:spPr>
          <a:xfrm>
            <a:off x="4663440" y="4498848"/>
            <a:ext cx="4114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EMF: gradients, beziers, paths, transforms, DIB</a:t>
            </a:r>
            <a:endParaRPr lang="en-US" dirty="0"/>
          </a:p>
        </p:txBody>
      </p:sp>
      <p:pic>
        <p:nvPicPr>
          <p:cNvPr id="7" name="WMF (placeable): pie, polygons, text" descr="WMF (placeable): pie, polygons, text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65760" y="4297680"/>
            <a:ext cx="4114800" cy="2560320"/>
          </a:xfrm>
          <a:prstGeom prst="rect">
            <a:avLst/>
          </a:prstGeom>
          <a:ln w="6350">
            <a:solidFill>
              <a:srgbClr val="BFBFBF"/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365760" y="6876288"/>
            <a:ext cx="4114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WMF (placeable): pie, polygons, text</a:t>
            </a:r>
            <a:endParaRPr lang="en-US" dirty="0"/>
          </a:p>
        </p:txBody>
      </p:sp>
      <p:pic>
        <p:nvPicPr>
          <p:cNvPr id="9" name="EMF stretched" descr="EMF stretched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663440" y="4937760"/>
            <a:ext cx="4114800" cy="146304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663440" y="6419088"/>
            <a:ext cx="411480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same EMF, non-uniform scale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SVG with PNG fallback (asvg:svgBlip)</a:t>
            </a:r>
          </a:p>
        </p:txBody>
      </p:sp>
      <p:pic>
        <p:nvPicPr>
          <p:cNvPr id="3" name="svg 0" descr="svg 0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760" y="1371600"/>
            <a:ext cx="3657600" cy="2743200"/>
          </a:xfrm>
          <a:prstGeom prst="rect">
            <a:avLst/>
          </a:prstGeom>
        </p:spPr>
      </p:pic>
      <p:pic>
        <p:nvPicPr>
          <p:cNvPr id="4" name="svg 1" descr="svg 1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9120" y="1371600"/>
            <a:ext cx="1097280" cy="822960"/>
          </a:xfrm>
          <a:prstGeom prst="rect">
            <a:avLst/>
          </a:prstGeom>
        </p:spPr>
      </p:pic>
      <p:pic>
        <p:nvPicPr>
          <p:cNvPr id="5" name="svg 2" descr="svg 2"/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9120" y="2377440"/>
            <a:ext cx="4389120" cy="4206240"/>
          </a:xfrm>
          <a:prstGeom prst="rect">
            <a:avLst/>
          </a:prstGeom>
        </p:spPr>
      </p:pic>
      <p:pic>
        <p:nvPicPr>
          <p:cNvPr id="6" name="png fallback only" descr="png fallback only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5760" y="4389120"/>
            <a:ext cx="2926080" cy="219456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65760" y="6583680"/>
            <a:ext cx="2926080" cy="27432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900" dirty="0">
                <a:solidFill>
                  <a:srgbClr val="404040"/>
                </a:solidFill>
              </a:rPr>
              <a:t>PNG fallback alone (no svgBlip)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2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Pictures: EMF, WMF and SVG (with PNG fallback)</dc:title>
  <dc:subject>pptx_engine test corpus</dc:subject>
  <dc:creator>pptx_engine corpus generator</dc:creator>
  <cp:keywords>pictures, emf, wmf, svg, svg-blip, vector</cp:keywords>
  <dc:description>Hand-built EMF (chart-like and record-coverage drawings: gradients, beziers, paths, world transforms, hatch, DIB, rotated text), placeable WMF (pie chart, polygons, text), and SVG via asvg:svgBlip with a PNG fallback (the fallback carries a magenta corner marker).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