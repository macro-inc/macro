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1" r:id="rId4"/>
    <p:sldMasterId id="2147483652" r:id="rId5"/>
    <p:sldMasterId id="2147483654" r:id="rId6"/>
    <p:sldMasterId id="2147483655" r:id="rId7"/>
    <p:sldMasterId id="2147483656" r:id="rId8"/>
    <p:sldMasterId id="2147483657" r:id="rId9"/>
    <p:sldMasterId id="2147483659" r:id="rId10"/>
    <p:sldMasterId id="2147483661" r:id="rId11"/>
    <p:sldMasterId id="2147483662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txBody>
          <a:bodyPr lIns="90000" rIns="90000" tIns="45000" bIns="45000" anchor="ctr" anchorCtr="1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215640" y="812880"/>
            <a:ext cx="7126200" cy="400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5280" y="5078160"/>
            <a:ext cx="6046920" cy="48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7960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7880" y="0"/>
            <a:ext cx="327996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6680"/>
            <a:ext cx="327960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7880" y="10156680"/>
            <a:ext cx="327996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508C28-9E55-4F73-951B-39347737D73C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WenQuanYi Zen Hei"/>
              </a:rPr>
              <a:t>Speaker notes survive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AC611F-5036-495B-A66C-5134092F6066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-343080"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6DD643-F878-4FA6-91D1-6B55358F0A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E823F6E-59CA-46EE-B954-B0B868E79C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BABD7C4-4F3D-48B3-B178-518B01C27D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BED278C-BF66-4569-8C99-8504055891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3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4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E52636-8E75-4CB6-9D3B-E7F98E13391F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816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8280" bIns="0" anchor="t">
            <a:normAutofit fontScale="84366"/>
          </a:bodyPr>
          <a:p>
            <a:pPr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91440" bIns="91440" anchor="t" anchorCtr="1">
            <a:normAutofit fontScale="96865"/>
          </a:bodyPr>
          <a:p>
            <a:pPr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4F88626-C743-4313-BF0B-95323315C19F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04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91440" bIns="91440" anchor="t" anchorCtr="1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6840" y="274680"/>
            <a:ext cx="6018120" cy="5850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91440" bIns="91440" anchor="t" anchorCtr="1">
            <a:normAutofit/>
          </a:bodyPr>
          <a:p>
            <a:pPr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4A95666-C394-4BF9-928E-B7018261ECD6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6374203-FDEE-4160-9165-235F4295D445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28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374"/>
          </a:bodyPr>
          <a:p>
            <a:pPr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CE41FF-5766-4EC1-A190-8923835E7700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56244" lnSpcReduction="10000"/>
          </a:bodyPr>
          <a:p>
            <a:pPr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B6E8FC-F055-4FBD-9B01-F2C2463DAE00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534680"/>
            <a:ext cx="403848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1562" lnSpcReduction="20000"/>
          </a:bodyPr>
          <a:p>
            <a:pPr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86600D-E1A3-4085-B863-76B6C6D49781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7A4D72A-97EF-40E5-8CC1-3809757A7B3F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816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8280" bIns="0" anchor="t">
            <a:normAutofit fontScale="84366"/>
          </a:bodyPr>
          <a:p>
            <a:pPr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4CC55E7-56E1-4896-AFDB-D0C4E56D74D9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98000"/>
              </a:lnSpc>
              <a:spcBef>
                <a:spcPts val="1137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8000"/>
              </a:lnSpc>
              <a:spcBef>
                <a:spcPts val="86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8000"/>
              </a:lnSpc>
              <a:spcBef>
                <a:spcPts val="575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8000"/>
              </a:lnSpc>
              <a:spcBef>
                <a:spcPts val="28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057400" indent="-228600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2057400" indent="-228600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3574800" y="27252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242"/>
          </a:bodyPr>
          <a:p>
            <a:pPr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8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9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30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6D23CDF-139B-48D1-BCA2-2EBF1A528635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080" y="4800600"/>
            <a:ext cx="5484600" cy="56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080" y="612720"/>
            <a:ext cx="548460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4992" lnSpcReduction="10000"/>
          </a:bodyPr>
          <a:p>
            <a:pPr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EF2509-A77F-48ED-9500-82A95BBCED8C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Board Update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649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October 2026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Highlights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"/>
          <p:cNvSpPr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9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Revenue up 12%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75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WenQuanYi Zen Hei"/>
              </a:rPr>
              <a:t>Three new customers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75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WenQuanYi Zen Hei"/>
              </a:rPr>
              <a:t>Editor launched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Numbers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72" name=""/>
          <p:cNvGraphicFramePr/>
          <p:nvPr/>
        </p:nvGraphicFramePr>
        <p:xfrm>
          <a:off x="914400" y="1828800"/>
          <a:ext cx="5487480" cy="1372680"/>
        </p:xfrm>
        <a:graphic>
          <a:graphicData uri="http://schemas.openxmlformats.org/drawingml/2006/table">
            <a:tbl>
              <a:tblPr/>
              <a:tblGrid>
                <a:gridCol w="1829160"/>
                <a:gridCol w="1829160"/>
                <a:gridCol w="1829160"/>
              </a:tblGrid>
              <a:tr h="457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Q2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Q3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Revenue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112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Margin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solidFill>
            <a:srgbClr val="2e75b6"/>
          </a:solidFill>
          <a:ln w="9360">
            <a:solidFill>
              <a:srgbClr val="4a7ebb"/>
            </a:solidFill>
            <a:round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Shape text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5486400" y="914400"/>
            <a:ext cx="914400" cy="914400"/>
          </a:xfrm>
          <a:prstGeom prst="rect">
            <a:avLst/>
          </a:prstGeom>
          <a:ln w="0">
            <a:noFill/>
          </a:ln>
        </p:spPr>
      </p:pic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